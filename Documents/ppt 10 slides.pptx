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20104100" cy="11309350"/>
  <p:notesSz cx="20104100" cy="113093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50" b="0" i="0">
                <a:solidFill>
                  <a:srgbClr val="383838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00" b="0" i="0">
                <a:solidFill>
                  <a:srgbClr val="343434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150" b="0" i="0">
                <a:solidFill>
                  <a:srgbClr val="1A1A1A"/>
                </a:solidFill>
                <a:latin typeface="Arial Black"/>
                <a:cs typeface="Arial Black"/>
              </a:defRPr>
            </a:lvl1pPr>
          </a:lstStyle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dirty="0">
                <a:solidFill>
                  <a:srgbClr val="008952"/>
                </a:solidFill>
              </a:rPr>
              <a:t>›</a:t>
            </a:r>
            <a:r>
              <a:rPr dirty="0" spc="210">
                <a:solidFill>
                  <a:srgbClr val="008952"/>
                </a:solidFill>
              </a:rPr>
              <a:t> </a:t>
            </a:r>
            <a:r>
              <a:rPr dirty="0" spc="-220"/>
              <a:t>Scanned</a:t>
            </a:r>
            <a:r>
              <a:rPr dirty="0" spc="45"/>
              <a:t> </a:t>
            </a:r>
            <a:r>
              <a:rPr dirty="0" spc="-190"/>
              <a:t>with</a:t>
            </a:r>
            <a:r>
              <a:rPr dirty="0" spc="-75"/>
              <a:t> </a:t>
            </a:r>
            <a:r>
              <a:rPr dirty="0" spc="-260">
                <a:solidFill>
                  <a:srgbClr val="131313"/>
                </a:solidFill>
              </a:rPr>
              <a:t>OKEN</a:t>
            </a:r>
            <a:r>
              <a:rPr dirty="0" spc="-10">
                <a:solidFill>
                  <a:srgbClr val="131313"/>
                </a:solidFill>
              </a:rPr>
              <a:t> </a:t>
            </a:r>
            <a:r>
              <a:rPr dirty="0" spc="-190">
                <a:solidFill>
                  <a:srgbClr val="161616"/>
                </a:solidFill>
              </a:rPr>
              <a:t>Scanner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225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2585"/>
              </a:lnSpc>
            </a:pPr>
            <a:r>
              <a:rPr dirty="0" spc="-20"/>
              <a:t>ICITIIT</a:t>
            </a:r>
            <a:r>
              <a:rPr dirty="0" spc="-5"/>
              <a:t> </a:t>
            </a:r>
            <a:r>
              <a:rPr dirty="0" spc="-40"/>
              <a:t>2026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50" b="0" i="0">
                <a:solidFill>
                  <a:srgbClr val="383838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500" b="0" i="0">
                <a:solidFill>
                  <a:srgbClr val="343434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150" b="0" i="0">
                <a:solidFill>
                  <a:srgbClr val="1A1A1A"/>
                </a:solidFill>
                <a:latin typeface="Arial Black"/>
                <a:cs typeface="Arial Black"/>
              </a:defRPr>
            </a:lvl1pPr>
          </a:lstStyle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dirty="0">
                <a:solidFill>
                  <a:srgbClr val="008952"/>
                </a:solidFill>
              </a:rPr>
              <a:t>›</a:t>
            </a:r>
            <a:r>
              <a:rPr dirty="0" spc="210">
                <a:solidFill>
                  <a:srgbClr val="008952"/>
                </a:solidFill>
              </a:rPr>
              <a:t> </a:t>
            </a:r>
            <a:r>
              <a:rPr dirty="0" spc="-220"/>
              <a:t>Scanned</a:t>
            </a:r>
            <a:r>
              <a:rPr dirty="0" spc="45"/>
              <a:t> </a:t>
            </a:r>
            <a:r>
              <a:rPr dirty="0" spc="-190"/>
              <a:t>with</a:t>
            </a:r>
            <a:r>
              <a:rPr dirty="0" spc="-75"/>
              <a:t> </a:t>
            </a:r>
            <a:r>
              <a:rPr dirty="0" spc="-260">
                <a:solidFill>
                  <a:srgbClr val="131313"/>
                </a:solidFill>
              </a:rPr>
              <a:t>OKEN</a:t>
            </a:r>
            <a:r>
              <a:rPr dirty="0" spc="-10">
                <a:solidFill>
                  <a:srgbClr val="131313"/>
                </a:solidFill>
              </a:rPr>
              <a:t> </a:t>
            </a:r>
            <a:r>
              <a:rPr dirty="0" spc="-190">
                <a:solidFill>
                  <a:srgbClr val="161616"/>
                </a:solidFill>
              </a:rPr>
              <a:t>Scanner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225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2585"/>
              </a:lnSpc>
            </a:pPr>
            <a:r>
              <a:rPr dirty="0" spc="-20"/>
              <a:t>ICITIIT</a:t>
            </a:r>
            <a:r>
              <a:rPr dirty="0" spc="-5"/>
              <a:t> </a:t>
            </a:r>
            <a:r>
              <a:rPr dirty="0" spc="-40"/>
              <a:t>2026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50" b="0" i="0">
                <a:solidFill>
                  <a:srgbClr val="383838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150" b="0" i="0">
                <a:solidFill>
                  <a:srgbClr val="1A1A1A"/>
                </a:solidFill>
                <a:latin typeface="Arial Black"/>
                <a:cs typeface="Arial Black"/>
              </a:defRPr>
            </a:lvl1pPr>
          </a:lstStyle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dirty="0">
                <a:solidFill>
                  <a:srgbClr val="008952"/>
                </a:solidFill>
              </a:rPr>
              <a:t>›</a:t>
            </a:r>
            <a:r>
              <a:rPr dirty="0" spc="210">
                <a:solidFill>
                  <a:srgbClr val="008952"/>
                </a:solidFill>
              </a:rPr>
              <a:t> </a:t>
            </a:r>
            <a:r>
              <a:rPr dirty="0" spc="-220"/>
              <a:t>Scanned</a:t>
            </a:r>
            <a:r>
              <a:rPr dirty="0" spc="45"/>
              <a:t> </a:t>
            </a:r>
            <a:r>
              <a:rPr dirty="0" spc="-190"/>
              <a:t>with</a:t>
            </a:r>
            <a:r>
              <a:rPr dirty="0" spc="-75"/>
              <a:t> </a:t>
            </a:r>
            <a:r>
              <a:rPr dirty="0" spc="-260">
                <a:solidFill>
                  <a:srgbClr val="131313"/>
                </a:solidFill>
              </a:rPr>
              <a:t>OKEN</a:t>
            </a:r>
            <a:r>
              <a:rPr dirty="0" spc="-10">
                <a:solidFill>
                  <a:srgbClr val="131313"/>
                </a:solidFill>
              </a:rPr>
              <a:t> </a:t>
            </a:r>
            <a:r>
              <a:rPr dirty="0" spc="-190">
                <a:solidFill>
                  <a:srgbClr val="161616"/>
                </a:solidFill>
              </a:rPr>
              <a:t>Scanner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225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2585"/>
              </a:lnSpc>
            </a:pPr>
            <a:r>
              <a:rPr dirty="0" spc="-20"/>
              <a:t>ICITIIT</a:t>
            </a:r>
            <a:r>
              <a:rPr dirty="0" spc="-5"/>
              <a:t> </a:t>
            </a:r>
            <a:r>
              <a:rPr dirty="0" spc="-40"/>
              <a:t>2026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50" b="0" i="0">
                <a:solidFill>
                  <a:srgbClr val="383838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150" b="0" i="0">
                <a:solidFill>
                  <a:srgbClr val="1A1A1A"/>
                </a:solidFill>
                <a:latin typeface="Arial Black"/>
                <a:cs typeface="Arial Black"/>
              </a:defRPr>
            </a:lvl1pPr>
          </a:lstStyle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dirty="0">
                <a:solidFill>
                  <a:srgbClr val="008952"/>
                </a:solidFill>
              </a:rPr>
              <a:t>›</a:t>
            </a:r>
            <a:r>
              <a:rPr dirty="0" spc="210">
                <a:solidFill>
                  <a:srgbClr val="008952"/>
                </a:solidFill>
              </a:rPr>
              <a:t> </a:t>
            </a:r>
            <a:r>
              <a:rPr dirty="0" spc="-220"/>
              <a:t>Scanned</a:t>
            </a:r>
            <a:r>
              <a:rPr dirty="0" spc="45"/>
              <a:t> </a:t>
            </a:r>
            <a:r>
              <a:rPr dirty="0" spc="-190"/>
              <a:t>with</a:t>
            </a:r>
            <a:r>
              <a:rPr dirty="0" spc="-75"/>
              <a:t> </a:t>
            </a:r>
            <a:r>
              <a:rPr dirty="0" spc="-260">
                <a:solidFill>
                  <a:srgbClr val="131313"/>
                </a:solidFill>
              </a:rPr>
              <a:t>OKEN</a:t>
            </a:r>
            <a:r>
              <a:rPr dirty="0" spc="-10">
                <a:solidFill>
                  <a:srgbClr val="131313"/>
                </a:solidFill>
              </a:rPr>
              <a:t> </a:t>
            </a:r>
            <a:r>
              <a:rPr dirty="0" spc="-190">
                <a:solidFill>
                  <a:srgbClr val="161616"/>
                </a:solidFill>
              </a:rPr>
              <a:t>Scanner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225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2585"/>
              </a:lnSpc>
            </a:pPr>
            <a:r>
              <a:rPr dirty="0" spc="-20"/>
              <a:t>ICITIIT</a:t>
            </a:r>
            <a:r>
              <a:rPr dirty="0" spc="-5"/>
              <a:t> </a:t>
            </a:r>
            <a:r>
              <a:rPr dirty="0" spc="-40"/>
              <a:t>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150" b="0" i="0">
                <a:solidFill>
                  <a:srgbClr val="1A1A1A"/>
                </a:solidFill>
                <a:latin typeface="Arial Black"/>
                <a:cs typeface="Arial Black"/>
              </a:defRPr>
            </a:lvl1pPr>
          </a:lstStyle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dirty="0">
                <a:solidFill>
                  <a:srgbClr val="008952"/>
                </a:solidFill>
              </a:rPr>
              <a:t>›</a:t>
            </a:r>
            <a:r>
              <a:rPr dirty="0" spc="210">
                <a:solidFill>
                  <a:srgbClr val="008952"/>
                </a:solidFill>
              </a:rPr>
              <a:t> </a:t>
            </a:r>
            <a:r>
              <a:rPr dirty="0" spc="-220"/>
              <a:t>Scanned</a:t>
            </a:r>
            <a:r>
              <a:rPr dirty="0" spc="45"/>
              <a:t> </a:t>
            </a:r>
            <a:r>
              <a:rPr dirty="0" spc="-190"/>
              <a:t>with</a:t>
            </a:r>
            <a:r>
              <a:rPr dirty="0" spc="-75"/>
              <a:t> </a:t>
            </a:r>
            <a:r>
              <a:rPr dirty="0" spc="-260">
                <a:solidFill>
                  <a:srgbClr val="131313"/>
                </a:solidFill>
              </a:rPr>
              <a:t>OKEN</a:t>
            </a:r>
            <a:r>
              <a:rPr dirty="0" spc="-10">
                <a:solidFill>
                  <a:srgbClr val="131313"/>
                </a:solidFill>
              </a:rPr>
              <a:t> </a:t>
            </a:r>
            <a:r>
              <a:rPr dirty="0" spc="-190">
                <a:solidFill>
                  <a:srgbClr val="161616"/>
                </a:solidFill>
              </a:rPr>
              <a:t>Scanner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225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2585"/>
              </a:lnSpc>
            </a:pPr>
            <a:r>
              <a:rPr dirty="0" spc="-20"/>
              <a:t>ICITIIT</a:t>
            </a:r>
            <a:r>
              <a:rPr dirty="0" spc="-5"/>
              <a:t> </a:t>
            </a:r>
            <a:r>
              <a:rPr dirty="0" spc="-40"/>
              <a:t>2026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48889" y="1625068"/>
            <a:ext cx="17659350" cy="0"/>
          </a:xfrm>
          <a:custGeom>
            <a:avLst/>
            <a:gdLst/>
            <a:ahLst/>
            <a:cxnLst/>
            <a:rect l="l" t="t" r="r" b="b"/>
            <a:pathLst>
              <a:path w="17659350" h="0">
                <a:moveTo>
                  <a:pt x="0" y="0"/>
                </a:moveTo>
                <a:lnTo>
                  <a:pt x="17659187" y="0"/>
                </a:lnTo>
              </a:path>
            </a:pathLst>
          </a:custGeom>
          <a:ln w="18786">
            <a:solidFill>
              <a:srgbClr val="3A5E4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407765" y="729607"/>
            <a:ext cx="7988941" cy="80723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50" b="0" i="0">
                <a:solidFill>
                  <a:srgbClr val="383838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146413" y="2258280"/>
            <a:ext cx="11145519" cy="68319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00" b="0" i="0">
                <a:solidFill>
                  <a:srgbClr val="343434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18116770" y="10952403"/>
            <a:ext cx="1864426" cy="2387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50" b="0" i="0">
                <a:solidFill>
                  <a:srgbClr val="1A1A1A"/>
                </a:solidFill>
                <a:latin typeface="Arial Black"/>
                <a:cs typeface="Arial Black"/>
              </a:defRPr>
            </a:lvl1pPr>
          </a:lstStyle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dirty="0">
                <a:solidFill>
                  <a:srgbClr val="008952"/>
                </a:solidFill>
              </a:rPr>
              <a:t>›</a:t>
            </a:r>
            <a:r>
              <a:rPr dirty="0" spc="210">
                <a:solidFill>
                  <a:srgbClr val="008952"/>
                </a:solidFill>
              </a:rPr>
              <a:t> </a:t>
            </a:r>
            <a:r>
              <a:rPr dirty="0" spc="-220"/>
              <a:t>Scanned</a:t>
            </a:r>
            <a:r>
              <a:rPr dirty="0" spc="45"/>
              <a:t> </a:t>
            </a:r>
            <a:r>
              <a:rPr dirty="0" spc="-190"/>
              <a:t>with</a:t>
            </a:r>
            <a:r>
              <a:rPr dirty="0" spc="-75"/>
              <a:t> </a:t>
            </a:r>
            <a:r>
              <a:rPr dirty="0" spc="-260">
                <a:solidFill>
                  <a:srgbClr val="131313"/>
                </a:solidFill>
              </a:rPr>
              <a:t>OKEN</a:t>
            </a:r>
            <a:r>
              <a:rPr dirty="0" spc="-10">
                <a:solidFill>
                  <a:srgbClr val="131313"/>
                </a:solidFill>
              </a:rPr>
              <a:t> </a:t>
            </a:r>
            <a:r>
              <a:rPr dirty="0" spc="-190">
                <a:solidFill>
                  <a:srgbClr val="161616"/>
                </a:solidFill>
              </a:rPr>
              <a:t>Scanner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259958" y="10397445"/>
            <a:ext cx="1572259" cy="3441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5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2585"/>
              </a:lnSpc>
            </a:pPr>
            <a:r>
              <a:rPr dirty="0" spc="-20"/>
              <a:t>ICITIIT</a:t>
            </a:r>
            <a:r>
              <a:rPr dirty="0" spc="-5"/>
              <a:t> </a:t>
            </a:r>
            <a:r>
              <a:rPr dirty="0" spc="-40"/>
              <a:t>2026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Relationship Id="rId3" Type="http://schemas.openxmlformats.org/officeDocument/2006/relationships/image" Target="../media/image7.jpg"/><Relationship Id="rId4" Type="http://schemas.openxmlformats.org/officeDocument/2006/relationships/image" Target="../media/image8.jp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jpg"/><Relationship Id="rId10" Type="http://schemas.openxmlformats.org/officeDocument/2006/relationships/image" Target="../media/image14.jpg"/><Relationship Id="rId11" Type="http://schemas.openxmlformats.org/officeDocument/2006/relationships/image" Target="../media/image15.jpg"/><Relationship Id="rId12" Type="http://schemas.openxmlformats.org/officeDocument/2006/relationships/image" Target="../media/image16.png"/><Relationship Id="rId13" Type="http://schemas.openxmlformats.org/officeDocument/2006/relationships/image" Target="../media/image17.png"/><Relationship Id="rId14" Type="http://schemas.openxmlformats.org/officeDocument/2006/relationships/image" Target="../media/image18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6206" y="10068452"/>
            <a:ext cx="19411682" cy="845411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0467" y="3462163"/>
            <a:ext cx="12878051" cy="708535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77591" y="273752"/>
            <a:ext cx="1425079" cy="1404993"/>
          </a:xfrm>
          <a:prstGeom prst="rect">
            <a:avLst/>
          </a:prstGeom>
        </p:spPr>
      </p:pic>
      <p:sp>
        <p:nvSpPr>
          <p:cNvPr id="5" name="object 5" descr=""/>
          <p:cNvSpPr/>
          <p:nvPr/>
        </p:nvSpPr>
        <p:spPr>
          <a:xfrm>
            <a:off x="2270467" y="6914931"/>
            <a:ext cx="15727044" cy="0"/>
          </a:xfrm>
          <a:custGeom>
            <a:avLst/>
            <a:gdLst/>
            <a:ahLst/>
            <a:cxnLst/>
            <a:rect l="l" t="t" r="r" b="b"/>
            <a:pathLst>
              <a:path w="15727044" h="0">
                <a:moveTo>
                  <a:pt x="0" y="0"/>
                </a:moveTo>
                <a:lnTo>
                  <a:pt x="15726875" y="0"/>
                </a:lnTo>
              </a:path>
            </a:pathLst>
          </a:custGeom>
          <a:ln w="18786">
            <a:solidFill>
              <a:srgbClr val="7E7E7E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6" name="object 6" descr=""/>
          <p:cNvGrpSpPr/>
          <p:nvPr/>
        </p:nvGrpSpPr>
        <p:grpSpPr>
          <a:xfrm>
            <a:off x="16167017" y="503221"/>
            <a:ext cx="3430270" cy="1550035"/>
            <a:chOff x="16167017" y="503221"/>
            <a:chExt cx="3430270" cy="1550035"/>
          </a:xfrm>
        </p:grpSpPr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167017" y="599840"/>
              <a:ext cx="1131207" cy="1453303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6714502" y="503221"/>
              <a:ext cx="2882365" cy="1529792"/>
            </a:xfrm>
            <a:prstGeom prst="rect">
              <a:avLst/>
            </a:prstGeom>
          </p:spPr>
        </p:pic>
      </p:grpSp>
      <p:sp>
        <p:nvSpPr>
          <p:cNvPr id="9" name="object 9" descr=""/>
          <p:cNvSpPr txBox="1"/>
          <p:nvPr/>
        </p:nvSpPr>
        <p:spPr>
          <a:xfrm>
            <a:off x="835792" y="1611697"/>
            <a:ext cx="1403985" cy="56896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550" spc="-335">
                <a:solidFill>
                  <a:srgbClr val="4F7564"/>
                </a:solidFill>
                <a:latin typeface="Arial Black"/>
                <a:cs typeface="Arial Black"/>
              </a:rPr>
              <a:t>I£ITIIT</a:t>
            </a:r>
            <a:endParaRPr sz="3550">
              <a:latin typeface="Arial Black"/>
              <a:cs typeface="Arial Black"/>
            </a:endParaRPr>
          </a:p>
        </p:txBody>
      </p:sp>
      <p:sp>
        <p:nvSpPr>
          <p:cNvPr id="15" name="object 1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238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dirty="0">
                <a:solidFill>
                  <a:srgbClr val="008952"/>
                </a:solidFill>
              </a:rPr>
              <a:t>›</a:t>
            </a:r>
            <a:r>
              <a:rPr dirty="0" spc="210">
                <a:solidFill>
                  <a:srgbClr val="008952"/>
                </a:solidFill>
              </a:rPr>
              <a:t> </a:t>
            </a:r>
            <a:r>
              <a:rPr dirty="0" spc="-220"/>
              <a:t>Scanned</a:t>
            </a:r>
            <a:r>
              <a:rPr dirty="0" spc="45"/>
              <a:t> </a:t>
            </a:r>
            <a:r>
              <a:rPr dirty="0" spc="-190"/>
              <a:t>with</a:t>
            </a:r>
            <a:r>
              <a:rPr dirty="0" spc="-75"/>
              <a:t> </a:t>
            </a:r>
            <a:r>
              <a:rPr dirty="0" spc="-260">
                <a:solidFill>
                  <a:srgbClr val="131313"/>
                </a:solidFill>
              </a:rPr>
              <a:t>OKEN</a:t>
            </a:r>
            <a:r>
              <a:rPr dirty="0" spc="-10">
                <a:solidFill>
                  <a:srgbClr val="131313"/>
                </a:solidFill>
              </a:rPr>
              <a:t> </a:t>
            </a:r>
            <a:r>
              <a:rPr dirty="0" spc="-190">
                <a:solidFill>
                  <a:srgbClr val="161616"/>
                </a:solidFill>
              </a:rPr>
              <a:t>Scanner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2225304" y="3157593"/>
            <a:ext cx="12923520" cy="105219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8867775" algn="l"/>
              </a:tabLst>
            </a:pPr>
            <a:r>
              <a:rPr dirty="0" sz="6700" spc="-944">
                <a:solidFill>
                  <a:srgbClr val="1F1F1F"/>
                </a:solidFill>
              </a:rPr>
              <a:t>Comp</a:t>
            </a:r>
            <a:r>
              <a:rPr dirty="0" sz="6700" spc="-800">
                <a:solidFill>
                  <a:srgbClr val="1F1F1F"/>
                </a:solidFill>
              </a:rPr>
              <a:t>a</a:t>
            </a:r>
            <a:r>
              <a:rPr dirty="0" sz="6700" spc="-919">
                <a:solidFill>
                  <a:srgbClr val="1F1F1F"/>
                </a:solidFill>
              </a:rPr>
              <a:t>r</a:t>
            </a:r>
            <a:r>
              <a:rPr dirty="0" sz="6700" spc="-944">
                <a:solidFill>
                  <a:srgbClr val="1F1F1F"/>
                </a:solidFill>
              </a:rPr>
              <a:t>ativ</a:t>
            </a:r>
            <a:r>
              <a:rPr dirty="0" sz="6700" spc="-5030">
                <a:solidFill>
                  <a:srgbClr val="1F1F1F"/>
                </a:solidFill>
              </a:rPr>
              <a:t>e</a:t>
            </a:r>
            <a:r>
              <a:rPr dirty="0" sz="6700" spc="-940">
                <a:solidFill>
                  <a:srgbClr val="212121"/>
                </a:solidFill>
              </a:rPr>
              <a:t>Analysi</a:t>
            </a:r>
            <a:r>
              <a:rPr dirty="0" sz="6700" spc="-930">
                <a:solidFill>
                  <a:srgbClr val="212121"/>
                </a:solidFill>
              </a:rPr>
              <a:t>s</a:t>
            </a:r>
            <a:r>
              <a:rPr dirty="0" sz="6700" spc="-265">
                <a:solidFill>
                  <a:srgbClr val="212121"/>
                </a:solidFill>
              </a:rPr>
              <a:t> </a:t>
            </a:r>
            <a:r>
              <a:rPr dirty="0" sz="6700" spc="-950">
                <a:solidFill>
                  <a:srgbClr val="212121"/>
                </a:solidFill>
              </a:rPr>
              <a:t>of</a:t>
            </a:r>
            <a:r>
              <a:rPr dirty="0" sz="6700">
                <a:solidFill>
                  <a:srgbClr val="212121"/>
                </a:solidFill>
              </a:rPr>
              <a:t>	</a:t>
            </a:r>
            <a:r>
              <a:rPr dirty="0" sz="6700" spc="-1245">
                <a:solidFill>
                  <a:srgbClr val="232323"/>
                </a:solidFill>
              </a:rPr>
              <a:t>uantum</a:t>
            </a:r>
            <a:r>
              <a:rPr dirty="0" sz="6700" spc="-160">
                <a:solidFill>
                  <a:srgbClr val="232323"/>
                </a:solidFill>
              </a:rPr>
              <a:t> </a:t>
            </a:r>
            <a:r>
              <a:rPr dirty="0" sz="6700" spc="-1330">
                <a:solidFill>
                  <a:srgbClr val="232323"/>
                </a:solidFill>
              </a:rPr>
              <a:t>and</a:t>
            </a:r>
            <a:endParaRPr sz="6700"/>
          </a:p>
        </p:txBody>
      </p:sp>
      <p:sp>
        <p:nvSpPr>
          <p:cNvPr id="11" name="object 11" descr=""/>
          <p:cNvSpPr txBox="1"/>
          <p:nvPr/>
        </p:nvSpPr>
        <p:spPr>
          <a:xfrm>
            <a:off x="2228301" y="3982876"/>
            <a:ext cx="14573250" cy="187642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3335">
              <a:lnSpc>
                <a:spcPts val="7270"/>
              </a:lnSpc>
              <a:spcBef>
                <a:spcPts val="135"/>
              </a:spcBef>
            </a:pPr>
            <a:r>
              <a:rPr dirty="0" sz="6700" spc="-819">
                <a:solidFill>
                  <a:srgbClr val="232323"/>
                </a:solidFill>
                <a:latin typeface="Arial Black"/>
                <a:cs typeface="Arial Black"/>
              </a:rPr>
              <a:t>Multi-</a:t>
            </a:r>
            <a:r>
              <a:rPr dirty="0" sz="6700" spc="-1055">
                <a:solidFill>
                  <a:srgbClr val="232323"/>
                </a:solidFill>
                <a:latin typeface="Arial Black"/>
                <a:cs typeface="Arial Black"/>
              </a:rPr>
              <a:t>Model</a:t>
            </a:r>
            <a:r>
              <a:rPr dirty="0" sz="6700" spc="265">
                <a:solidFill>
                  <a:srgbClr val="232323"/>
                </a:solidFill>
                <a:latin typeface="Arial Black"/>
                <a:cs typeface="Arial Black"/>
              </a:rPr>
              <a:t> </a:t>
            </a:r>
            <a:r>
              <a:rPr dirty="0" sz="6700" spc="-1355">
                <a:solidFill>
                  <a:srgbClr val="232323"/>
                </a:solidFill>
                <a:latin typeface="Arial Black"/>
                <a:cs typeface="Arial Black"/>
              </a:rPr>
              <a:t>Deep</a:t>
            </a:r>
            <a:r>
              <a:rPr dirty="0" sz="6700" spc="-260">
                <a:solidFill>
                  <a:srgbClr val="232323"/>
                </a:solidFill>
                <a:latin typeface="Arial Black"/>
                <a:cs typeface="Arial Black"/>
              </a:rPr>
              <a:t> </a:t>
            </a:r>
            <a:r>
              <a:rPr dirty="0" sz="6700" spc="-1250">
                <a:solidFill>
                  <a:srgbClr val="232323"/>
                </a:solidFill>
                <a:latin typeface="Arial Black"/>
                <a:cs typeface="Arial Black"/>
              </a:rPr>
              <a:t>Learning</a:t>
            </a:r>
            <a:r>
              <a:rPr dirty="0" sz="6700" spc="-10">
                <a:solidFill>
                  <a:srgbClr val="232323"/>
                </a:solidFill>
                <a:latin typeface="Arial Black"/>
                <a:cs typeface="Arial Black"/>
              </a:rPr>
              <a:t> </a:t>
            </a:r>
            <a:r>
              <a:rPr dirty="0" sz="6700" spc="-1360">
                <a:solidFill>
                  <a:srgbClr val="1A1A1A"/>
                </a:solidFill>
                <a:latin typeface="Arial Black"/>
                <a:cs typeface="Arial Black"/>
              </a:rPr>
              <a:t>Approaches</a:t>
            </a:r>
            <a:r>
              <a:rPr dirty="0" sz="6700" spc="370">
                <a:solidFill>
                  <a:srgbClr val="1A1A1A"/>
                </a:solidFill>
                <a:latin typeface="Arial Black"/>
                <a:cs typeface="Arial Black"/>
              </a:rPr>
              <a:t> </a:t>
            </a:r>
            <a:r>
              <a:rPr dirty="0" sz="6700" spc="-969">
                <a:solidFill>
                  <a:srgbClr val="212121"/>
                </a:solidFill>
                <a:latin typeface="Arial Black"/>
                <a:cs typeface="Arial Black"/>
              </a:rPr>
              <a:t>for</a:t>
            </a:r>
            <a:endParaRPr sz="6700">
              <a:latin typeface="Arial Black"/>
              <a:cs typeface="Arial Black"/>
            </a:endParaRPr>
          </a:p>
          <a:p>
            <a:pPr marL="12700">
              <a:lnSpc>
                <a:spcPts val="7270"/>
              </a:lnSpc>
            </a:pPr>
            <a:r>
              <a:rPr dirty="0" sz="6700" spc="-1365">
                <a:solidFill>
                  <a:srgbClr val="1D1D1D"/>
                </a:solidFill>
                <a:latin typeface="Arial Black"/>
                <a:cs typeface="Arial Black"/>
              </a:rPr>
              <a:t>Skin</a:t>
            </a:r>
            <a:r>
              <a:rPr dirty="0" sz="6700" spc="-440">
                <a:solidFill>
                  <a:srgbClr val="1D1D1D"/>
                </a:solidFill>
                <a:latin typeface="Arial Black"/>
                <a:cs typeface="Arial Black"/>
              </a:rPr>
              <a:t> </a:t>
            </a:r>
            <a:r>
              <a:rPr dirty="0" sz="6700" spc="-1380">
                <a:solidFill>
                  <a:srgbClr val="212121"/>
                </a:solidFill>
                <a:latin typeface="Arial Black"/>
                <a:cs typeface="Arial Black"/>
              </a:rPr>
              <a:t>Lesion</a:t>
            </a:r>
            <a:r>
              <a:rPr dirty="0" sz="6700" spc="-12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6700" spc="-1165">
                <a:solidFill>
                  <a:srgbClr val="1D1D1D"/>
                </a:solidFill>
                <a:latin typeface="Arial Black"/>
                <a:cs typeface="Arial Black"/>
              </a:rPr>
              <a:t>Classification</a:t>
            </a:r>
            <a:endParaRPr sz="6700">
              <a:latin typeface="Arial Black"/>
              <a:cs typeface="Arial Black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2429135" y="5733416"/>
            <a:ext cx="14426565" cy="25520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700" spc="-730">
                <a:solidFill>
                  <a:srgbClr val="1F1F1F"/>
                </a:solidFill>
                <a:latin typeface="Arial Black"/>
                <a:cs typeface="Arial Black"/>
              </a:rPr>
              <a:t>Paper</a:t>
            </a:r>
            <a:r>
              <a:rPr dirty="0" sz="3700" spc="-85">
                <a:solidFill>
                  <a:srgbClr val="1F1F1F"/>
                </a:solidFill>
                <a:latin typeface="Arial Black"/>
                <a:cs typeface="Arial Black"/>
              </a:rPr>
              <a:t> </a:t>
            </a:r>
            <a:r>
              <a:rPr dirty="0" sz="3700" spc="-520">
                <a:solidFill>
                  <a:srgbClr val="212121"/>
                </a:solidFill>
                <a:latin typeface="Arial Black"/>
                <a:cs typeface="Arial Black"/>
              </a:rPr>
              <a:t>ID:</a:t>
            </a:r>
            <a:r>
              <a:rPr dirty="0" sz="3700" spc="-38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3700" spc="-745">
                <a:solidFill>
                  <a:srgbClr val="1C1C1C"/>
                </a:solidFill>
                <a:latin typeface="Arial Black"/>
                <a:cs typeface="Arial Black"/>
              </a:rPr>
              <a:t>883</a:t>
            </a:r>
            <a:endParaRPr sz="37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969"/>
              </a:spcBef>
            </a:pPr>
            <a:endParaRPr sz="3700">
              <a:latin typeface="Arial Black"/>
              <a:cs typeface="Arial Black"/>
            </a:endParaRPr>
          </a:p>
          <a:p>
            <a:pPr marL="289560">
              <a:lnSpc>
                <a:spcPct val="100000"/>
              </a:lnSpc>
            </a:pPr>
            <a:r>
              <a:rPr dirty="0" sz="3250" spc="-645">
                <a:solidFill>
                  <a:srgbClr val="606060"/>
                </a:solidFill>
                <a:latin typeface="Arial Black"/>
                <a:cs typeface="Arial Black"/>
              </a:rPr>
              <a:t>Sireesha</a:t>
            </a:r>
            <a:r>
              <a:rPr dirty="0" sz="3250" spc="315">
                <a:solidFill>
                  <a:srgbClr val="606060"/>
                </a:solidFill>
                <a:latin typeface="Arial Black"/>
                <a:cs typeface="Arial Black"/>
              </a:rPr>
              <a:t> </a:t>
            </a:r>
            <a:r>
              <a:rPr dirty="0" sz="3250" spc="-445">
                <a:solidFill>
                  <a:srgbClr val="606060"/>
                </a:solidFill>
                <a:latin typeface="Arial Black"/>
                <a:cs typeface="Arial Black"/>
              </a:rPr>
              <a:t>Moturi,</a:t>
            </a:r>
            <a:r>
              <a:rPr dirty="0" sz="3250" spc="10">
                <a:solidFill>
                  <a:srgbClr val="606060"/>
                </a:solidFill>
                <a:latin typeface="Arial Black"/>
                <a:cs typeface="Arial Black"/>
              </a:rPr>
              <a:t> </a:t>
            </a:r>
            <a:r>
              <a:rPr dirty="0" sz="3250" spc="-580">
                <a:solidFill>
                  <a:srgbClr val="595959"/>
                </a:solidFill>
                <a:latin typeface="Arial Black"/>
                <a:cs typeface="Arial Black"/>
              </a:rPr>
              <a:t>Chinnapareddy</a:t>
            </a:r>
            <a:r>
              <a:rPr dirty="0" sz="3250" spc="260">
                <a:solidFill>
                  <a:srgbClr val="595959"/>
                </a:solidFill>
                <a:latin typeface="Arial Black"/>
                <a:cs typeface="Arial Black"/>
              </a:rPr>
              <a:t> </a:t>
            </a:r>
            <a:r>
              <a:rPr dirty="0" sz="3250" spc="-540">
                <a:solidFill>
                  <a:srgbClr val="5D5D5D"/>
                </a:solidFill>
                <a:latin typeface="Arial Black"/>
                <a:cs typeface="Arial Black"/>
              </a:rPr>
              <a:t>Anjali</a:t>
            </a:r>
            <a:r>
              <a:rPr dirty="0" sz="3250" spc="35">
                <a:solidFill>
                  <a:srgbClr val="5D5D5D"/>
                </a:solidFill>
                <a:latin typeface="Arial Black"/>
                <a:cs typeface="Arial Black"/>
              </a:rPr>
              <a:t> </a:t>
            </a:r>
            <a:r>
              <a:rPr dirty="0" sz="3250" spc="-625">
                <a:solidFill>
                  <a:srgbClr val="5D5D5D"/>
                </a:solidFill>
                <a:latin typeface="Arial Black"/>
                <a:cs typeface="Arial Black"/>
              </a:rPr>
              <a:t>Reddy,</a:t>
            </a:r>
            <a:r>
              <a:rPr dirty="0" sz="3250" spc="160">
                <a:solidFill>
                  <a:srgbClr val="5D5D5D"/>
                </a:solidFill>
                <a:latin typeface="Arial Black"/>
                <a:cs typeface="Arial Black"/>
              </a:rPr>
              <a:t> </a:t>
            </a:r>
            <a:r>
              <a:rPr dirty="0" sz="3250" spc="-535">
                <a:solidFill>
                  <a:srgbClr val="606060"/>
                </a:solidFill>
                <a:latin typeface="Arial Black"/>
                <a:cs typeface="Arial Black"/>
              </a:rPr>
              <a:t>Dogiparthi</a:t>
            </a:r>
            <a:r>
              <a:rPr dirty="0" sz="3250" spc="180">
                <a:solidFill>
                  <a:srgbClr val="606060"/>
                </a:solidFill>
                <a:latin typeface="Arial Black"/>
                <a:cs typeface="Arial Black"/>
              </a:rPr>
              <a:t> </a:t>
            </a:r>
            <a:r>
              <a:rPr dirty="0" sz="3250" spc="-600">
                <a:solidFill>
                  <a:srgbClr val="5D5D5D"/>
                </a:solidFill>
                <a:latin typeface="Arial Black"/>
                <a:cs typeface="Arial Black"/>
              </a:rPr>
              <a:t>Dhanusha,</a:t>
            </a:r>
            <a:r>
              <a:rPr dirty="0" sz="3250" spc="120">
                <a:solidFill>
                  <a:srgbClr val="5D5D5D"/>
                </a:solidFill>
                <a:latin typeface="Arial Black"/>
                <a:cs typeface="Arial Black"/>
              </a:rPr>
              <a:t> </a:t>
            </a:r>
            <a:r>
              <a:rPr dirty="0" sz="3250" spc="-680">
                <a:solidFill>
                  <a:srgbClr val="646464"/>
                </a:solidFill>
                <a:latin typeface="Arial Black"/>
                <a:cs typeface="Arial Black"/>
              </a:rPr>
              <a:t>Shaik</a:t>
            </a:r>
            <a:r>
              <a:rPr dirty="0" sz="3250" spc="-35">
                <a:solidFill>
                  <a:srgbClr val="646464"/>
                </a:solidFill>
                <a:latin typeface="Arial Black"/>
                <a:cs typeface="Arial Black"/>
              </a:rPr>
              <a:t> </a:t>
            </a:r>
            <a:r>
              <a:rPr dirty="0" sz="3250" spc="-575">
                <a:solidFill>
                  <a:srgbClr val="646464"/>
                </a:solidFill>
                <a:latin typeface="Arial Black"/>
                <a:cs typeface="Arial Black"/>
              </a:rPr>
              <a:t>Chikli</a:t>
            </a:r>
            <a:r>
              <a:rPr dirty="0" sz="3250" spc="55">
                <a:solidFill>
                  <a:srgbClr val="646464"/>
                </a:solidFill>
                <a:latin typeface="Arial Black"/>
                <a:cs typeface="Arial Black"/>
              </a:rPr>
              <a:t> </a:t>
            </a:r>
            <a:r>
              <a:rPr dirty="0" sz="3250" spc="-585">
                <a:solidFill>
                  <a:srgbClr val="5E5E5E"/>
                </a:solidFill>
                <a:latin typeface="Arial Black"/>
                <a:cs typeface="Arial Black"/>
              </a:rPr>
              <a:t>Asifa,</a:t>
            </a:r>
            <a:endParaRPr sz="3250">
              <a:latin typeface="Arial Black"/>
              <a:cs typeface="Arial Black"/>
            </a:endParaRPr>
          </a:p>
          <a:p>
            <a:pPr marL="3210560">
              <a:lnSpc>
                <a:spcPct val="100000"/>
              </a:lnSpc>
              <a:spcBef>
                <a:spcPts val="1405"/>
              </a:spcBef>
            </a:pPr>
            <a:r>
              <a:rPr dirty="0" sz="3300" spc="-670">
                <a:solidFill>
                  <a:srgbClr val="595959"/>
                </a:solidFill>
                <a:latin typeface="Arial Black"/>
                <a:cs typeface="Arial Black"/>
              </a:rPr>
              <a:t>Chandra</a:t>
            </a:r>
            <a:r>
              <a:rPr dirty="0" sz="3300" spc="195">
                <a:solidFill>
                  <a:srgbClr val="595959"/>
                </a:solidFill>
                <a:latin typeface="Arial Black"/>
                <a:cs typeface="Arial Black"/>
              </a:rPr>
              <a:t> </a:t>
            </a:r>
            <a:r>
              <a:rPr dirty="0" sz="3300" spc="-515">
                <a:solidFill>
                  <a:srgbClr val="5D5D5D"/>
                </a:solidFill>
                <a:latin typeface="Arial Black"/>
                <a:cs typeface="Arial Black"/>
              </a:rPr>
              <a:t>Mouli</a:t>
            </a:r>
            <a:r>
              <a:rPr dirty="0" sz="3300" spc="-55">
                <a:solidFill>
                  <a:srgbClr val="5D5D5D"/>
                </a:solidFill>
                <a:latin typeface="Arial Black"/>
                <a:cs typeface="Arial Black"/>
              </a:rPr>
              <a:t> </a:t>
            </a:r>
            <a:r>
              <a:rPr dirty="0" sz="3300" spc="-700">
                <a:solidFill>
                  <a:srgbClr val="626262"/>
                </a:solidFill>
                <a:latin typeface="Arial Black"/>
                <a:cs typeface="Arial Black"/>
              </a:rPr>
              <a:t>Kathi</a:t>
            </a:r>
            <a:r>
              <a:rPr dirty="0" sz="3300" spc="-135">
                <a:solidFill>
                  <a:srgbClr val="626262"/>
                </a:solidFill>
                <a:latin typeface="Arial Black"/>
                <a:cs typeface="Arial Black"/>
              </a:rPr>
              <a:t> </a:t>
            </a:r>
            <a:r>
              <a:rPr dirty="0" sz="3300" spc="-290">
                <a:solidFill>
                  <a:srgbClr val="646464"/>
                </a:solidFill>
                <a:latin typeface="Arial Black"/>
                <a:cs typeface="Arial Black"/>
              </a:rPr>
              <a:t>,</a:t>
            </a:r>
            <a:r>
              <a:rPr dirty="0" sz="3300" spc="-280">
                <a:solidFill>
                  <a:srgbClr val="646464"/>
                </a:solidFill>
                <a:latin typeface="Arial Black"/>
                <a:cs typeface="Arial Black"/>
              </a:rPr>
              <a:t> </a:t>
            </a:r>
            <a:r>
              <a:rPr dirty="0" sz="3300" spc="-655">
                <a:solidFill>
                  <a:srgbClr val="5D5D5D"/>
                </a:solidFill>
                <a:latin typeface="Arial Black"/>
                <a:cs typeface="Arial Black"/>
              </a:rPr>
              <a:t>Sasidhar</a:t>
            </a:r>
            <a:r>
              <a:rPr dirty="0" sz="3300" spc="114">
                <a:solidFill>
                  <a:srgbClr val="5D5D5D"/>
                </a:solidFill>
                <a:latin typeface="Arial Black"/>
                <a:cs typeface="Arial Black"/>
              </a:rPr>
              <a:t> </a:t>
            </a:r>
            <a:r>
              <a:rPr dirty="0" sz="3300" spc="-755">
                <a:solidFill>
                  <a:srgbClr val="5B5B5B"/>
                </a:solidFill>
                <a:latin typeface="Arial Black"/>
                <a:cs typeface="Arial Black"/>
              </a:rPr>
              <a:t>Bola</a:t>
            </a:r>
            <a:endParaRPr sz="3300">
              <a:latin typeface="Arial Black"/>
              <a:cs typeface="Arial Black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5724731" y="8436720"/>
            <a:ext cx="5730240" cy="528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300" spc="-645">
                <a:solidFill>
                  <a:srgbClr val="5B5B5B"/>
                </a:solidFill>
                <a:latin typeface="Arial Black"/>
                <a:cs typeface="Arial Black"/>
              </a:rPr>
              <a:t>Narasaraopeta</a:t>
            </a:r>
            <a:r>
              <a:rPr dirty="0" sz="3300" spc="345">
                <a:solidFill>
                  <a:srgbClr val="5B5B5B"/>
                </a:solidFill>
                <a:latin typeface="Arial Black"/>
                <a:cs typeface="Arial Black"/>
              </a:rPr>
              <a:t> </a:t>
            </a:r>
            <a:r>
              <a:rPr dirty="0" sz="3300" spc="-610">
                <a:solidFill>
                  <a:srgbClr val="5B5B5B"/>
                </a:solidFill>
                <a:latin typeface="Arial Black"/>
                <a:cs typeface="Arial Black"/>
              </a:rPr>
              <a:t>Engineering</a:t>
            </a:r>
            <a:r>
              <a:rPr dirty="0" sz="3300" spc="220">
                <a:solidFill>
                  <a:srgbClr val="5B5B5B"/>
                </a:solidFill>
                <a:latin typeface="Arial Black"/>
                <a:cs typeface="Arial Black"/>
              </a:rPr>
              <a:t> </a:t>
            </a:r>
            <a:r>
              <a:rPr dirty="0" sz="3300" spc="-675">
                <a:solidFill>
                  <a:srgbClr val="606060"/>
                </a:solidFill>
                <a:latin typeface="Arial Black"/>
                <a:cs typeface="Arial Black"/>
              </a:rPr>
              <a:t>College</a:t>
            </a:r>
            <a:endParaRPr sz="3300">
              <a:latin typeface="Arial Black"/>
              <a:cs typeface="Arial Black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4479906" y="8436720"/>
            <a:ext cx="3429635" cy="959485"/>
          </a:xfrm>
          <a:prstGeom prst="rect">
            <a:avLst/>
          </a:prstGeom>
        </p:spPr>
        <p:txBody>
          <a:bodyPr wrap="square" lIns="0" tIns="87630" rIns="0" bIns="0" rtlCol="0" vert="horz">
            <a:spAutoFit/>
          </a:bodyPr>
          <a:lstStyle/>
          <a:p>
            <a:pPr marL="12700" marR="5080" indent="657225">
              <a:lnSpc>
                <a:spcPts val="3390"/>
              </a:lnSpc>
              <a:spcBef>
                <a:spcPts val="690"/>
              </a:spcBef>
            </a:pPr>
            <a:r>
              <a:rPr dirty="0" sz="3300" spc="-660">
                <a:solidFill>
                  <a:srgbClr val="5B5B5B"/>
                </a:solidFill>
                <a:latin typeface="Arial Black"/>
                <a:cs typeface="Arial Black"/>
              </a:rPr>
              <a:t>Presented</a:t>
            </a:r>
            <a:r>
              <a:rPr dirty="0" sz="3300" spc="459">
                <a:solidFill>
                  <a:srgbClr val="5B5B5B"/>
                </a:solidFill>
                <a:latin typeface="Arial Black"/>
                <a:cs typeface="Arial Black"/>
              </a:rPr>
              <a:t> </a:t>
            </a:r>
            <a:r>
              <a:rPr dirty="0" sz="3300" spc="-575">
                <a:solidFill>
                  <a:srgbClr val="626262"/>
                </a:solidFill>
                <a:latin typeface="Arial Black"/>
                <a:cs typeface="Arial Black"/>
              </a:rPr>
              <a:t>by: </a:t>
            </a:r>
            <a:r>
              <a:rPr dirty="0" sz="3300" spc="-565">
                <a:solidFill>
                  <a:srgbClr val="606060"/>
                </a:solidFill>
                <a:latin typeface="Arial Black"/>
                <a:cs typeface="Arial Black"/>
              </a:rPr>
              <a:t>Dogiparthi</a:t>
            </a:r>
            <a:r>
              <a:rPr dirty="0" sz="3300" spc="200">
                <a:solidFill>
                  <a:srgbClr val="606060"/>
                </a:solidFill>
                <a:latin typeface="Arial Black"/>
                <a:cs typeface="Arial Black"/>
              </a:rPr>
              <a:t> </a:t>
            </a:r>
            <a:r>
              <a:rPr dirty="0" sz="3300" spc="-685">
                <a:solidFill>
                  <a:srgbClr val="565656"/>
                </a:solidFill>
                <a:latin typeface="Arial Black"/>
                <a:cs typeface="Arial Black"/>
              </a:rPr>
              <a:t>Dhanusha</a:t>
            </a:r>
            <a:endParaRPr sz="33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338154" y="10056373"/>
            <a:ext cx="19439890" cy="866140"/>
          </a:xfrm>
          <a:custGeom>
            <a:avLst/>
            <a:gdLst/>
            <a:ahLst/>
            <a:cxnLst/>
            <a:rect l="l" t="t" r="r" b="b"/>
            <a:pathLst>
              <a:path w="19439890" h="866140">
                <a:moveTo>
                  <a:pt x="19439867" y="865540"/>
                </a:moveTo>
                <a:lnTo>
                  <a:pt x="0" y="865540"/>
                </a:lnTo>
                <a:lnTo>
                  <a:pt x="0" y="0"/>
                </a:lnTo>
                <a:lnTo>
                  <a:pt x="19439867" y="0"/>
                </a:lnTo>
                <a:lnTo>
                  <a:pt x="19439867" y="8655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97155">
              <a:lnSpc>
                <a:spcPct val="100000"/>
              </a:lnSpc>
              <a:spcBef>
                <a:spcPts val="135"/>
              </a:spcBef>
            </a:pPr>
            <a:r>
              <a:rPr dirty="0" sz="4500" spc="-765">
                <a:solidFill>
                  <a:srgbClr val="363636"/>
                </a:solidFill>
              </a:rPr>
              <a:t>INTRODUCTION</a:t>
            </a:r>
            <a:endParaRPr sz="4500"/>
          </a:p>
        </p:txBody>
      </p:sp>
      <p:sp>
        <p:nvSpPr>
          <p:cNvPr id="5" name="object 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585"/>
              </a:lnSpc>
            </a:pPr>
            <a:r>
              <a:rPr dirty="0" spc="-20"/>
              <a:t>ICITIIT</a:t>
            </a:r>
            <a:r>
              <a:rPr dirty="0" spc="-5"/>
              <a:t> </a:t>
            </a:r>
            <a:r>
              <a:rPr dirty="0" spc="-40"/>
              <a:t>2026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666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9"/>
              </a:spcBef>
            </a:pPr>
            <a:r>
              <a:rPr dirty="0">
                <a:solidFill>
                  <a:srgbClr val="008952"/>
                </a:solidFill>
              </a:rPr>
              <a:t>›</a:t>
            </a:r>
            <a:r>
              <a:rPr dirty="0" spc="210">
                <a:solidFill>
                  <a:srgbClr val="008952"/>
                </a:solidFill>
              </a:rPr>
              <a:t> </a:t>
            </a:r>
            <a:r>
              <a:rPr dirty="0" spc="-210"/>
              <a:t>Scanned</a:t>
            </a:r>
            <a:r>
              <a:rPr dirty="0" spc="30"/>
              <a:t> </a:t>
            </a:r>
            <a:r>
              <a:rPr dirty="0" spc="-195"/>
              <a:t>with</a:t>
            </a:r>
            <a:r>
              <a:rPr dirty="0" spc="-80"/>
              <a:t> </a:t>
            </a:r>
            <a:r>
              <a:rPr dirty="0" spc="-260">
                <a:solidFill>
                  <a:srgbClr val="131313"/>
                </a:solidFill>
              </a:rPr>
              <a:t>OKEN</a:t>
            </a:r>
            <a:r>
              <a:rPr dirty="0" spc="-20">
                <a:solidFill>
                  <a:srgbClr val="131313"/>
                </a:solidFill>
              </a:rPr>
              <a:t> </a:t>
            </a:r>
            <a:r>
              <a:rPr dirty="0" spc="-190">
                <a:solidFill>
                  <a:srgbClr val="161616"/>
                </a:solidFill>
              </a:rPr>
              <a:t>Scanner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3416132" y="2702011"/>
            <a:ext cx="10699115" cy="57950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27025" indent="-314325">
              <a:lnSpc>
                <a:spcPct val="100000"/>
              </a:lnSpc>
              <a:spcBef>
                <a:spcPts val="95"/>
              </a:spcBef>
              <a:buClr>
                <a:srgbClr val="3B3B3B"/>
              </a:buClr>
              <a:buChar char="•"/>
              <a:tabLst>
                <a:tab pos="327025" algn="l"/>
              </a:tabLst>
            </a:pPr>
            <a:r>
              <a:rPr dirty="0" sz="3700" spc="-844">
                <a:solidFill>
                  <a:srgbClr val="363636"/>
                </a:solidFill>
                <a:latin typeface="Arial Black"/>
                <a:cs typeface="Arial Black"/>
              </a:rPr>
              <a:t>Skin</a:t>
            </a:r>
            <a:r>
              <a:rPr dirty="0" sz="3700" spc="-70">
                <a:solidFill>
                  <a:srgbClr val="363636"/>
                </a:solidFill>
                <a:latin typeface="Arial Black"/>
                <a:cs typeface="Arial Black"/>
              </a:rPr>
              <a:t> </a:t>
            </a:r>
            <a:r>
              <a:rPr dirty="0" sz="3700" spc="-835">
                <a:solidFill>
                  <a:srgbClr val="313131"/>
                </a:solidFill>
                <a:latin typeface="Arial Black"/>
                <a:cs typeface="Arial Black"/>
              </a:rPr>
              <a:t>diseases</a:t>
            </a:r>
            <a:r>
              <a:rPr dirty="0" sz="3700" spc="-5">
                <a:solidFill>
                  <a:srgbClr val="313131"/>
                </a:solidFill>
                <a:latin typeface="Arial Black"/>
                <a:cs typeface="Arial Black"/>
              </a:rPr>
              <a:t> </a:t>
            </a:r>
            <a:r>
              <a:rPr dirty="0" sz="3700" spc="-705">
                <a:solidFill>
                  <a:srgbClr val="383838"/>
                </a:solidFill>
                <a:latin typeface="Arial Black"/>
                <a:cs typeface="Arial Black"/>
              </a:rPr>
              <a:t>are</a:t>
            </a:r>
            <a:r>
              <a:rPr dirty="0" sz="3700" spc="-240">
                <a:solidFill>
                  <a:srgbClr val="383838"/>
                </a:solidFill>
                <a:latin typeface="Arial Black"/>
                <a:cs typeface="Arial Black"/>
              </a:rPr>
              <a:t> </a:t>
            </a:r>
            <a:r>
              <a:rPr dirty="0" sz="3700" spc="-1110">
                <a:solidFill>
                  <a:srgbClr val="3F3F3F"/>
                </a:solidFill>
                <a:latin typeface="Arial Black"/>
                <a:cs typeface="Arial Black"/>
              </a:rPr>
              <a:t>a</a:t>
            </a:r>
            <a:r>
              <a:rPr dirty="0" sz="3700" spc="-110">
                <a:solidFill>
                  <a:srgbClr val="3F3F3F"/>
                </a:solidFill>
                <a:latin typeface="Arial Black"/>
                <a:cs typeface="Arial Black"/>
              </a:rPr>
              <a:t> </a:t>
            </a:r>
            <a:r>
              <a:rPr dirty="0" sz="3700" spc="-695">
                <a:solidFill>
                  <a:srgbClr val="363636"/>
                </a:solidFill>
                <a:latin typeface="Arial Black"/>
                <a:cs typeface="Arial Black"/>
              </a:rPr>
              <a:t>major</a:t>
            </a:r>
            <a:r>
              <a:rPr dirty="0" sz="3700" spc="-110">
                <a:solidFill>
                  <a:srgbClr val="363636"/>
                </a:solidFill>
                <a:latin typeface="Arial Black"/>
                <a:cs typeface="Arial Black"/>
              </a:rPr>
              <a:t> </a:t>
            </a:r>
            <a:r>
              <a:rPr dirty="0" sz="3700" spc="-680">
                <a:solidFill>
                  <a:srgbClr val="343434"/>
                </a:solidFill>
                <a:latin typeface="Arial Black"/>
                <a:cs typeface="Arial Black"/>
              </a:rPr>
              <a:t>global</a:t>
            </a:r>
            <a:r>
              <a:rPr dirty="0" sz="3700" spc="-35">
                <a:solidFill>
                  <a:srgbClr val="343434"/>
                </a:solidFill>
                <a:latin typeface="Arial Black"/>
                <a:cs typeface="Arial Black"/>
              </a:rPr>
              <a:t> </a:t>
            </a:r>
            <a:r>
              <a:rPr dirty="0" sz="3700" spc="-685">
                <a:solidFill>
                  <a:srgbClr val="343434"/>
                </a:solidFill>
                <a:latin typeface="Arial Black"/>
                <a:cs typeface="Arial Black"/>
              </a:rPr>
              <a:t>health</a:t>
            </a:r>
            <a:r>
              <a:rPr dirty="0" sz="3700" spc="-85">
                <a:solidFill>
                  <a:srgbClr val="343434"/>
                </a:solidFill>
                <a:latin typeface="Arial Black"/>
                <a:cs typeface="Arial Black"/>
              </a:rPr>
              <a:t> </a:t>
            </a:r>
            <a:r>
              <a:rPr dirty="0" sz="3700" spc="-790">
                <a:solidFill>
                  <a:srgbClr val="343434"/>
                </a:solidFill>
                <a:latin typeface="Arial Black"/>
                <a:cs typeface="Arial Black"/>
              </a:rPr>
              <a:t>concern</a:t>
            </a:r>
            <a:endParaRPr sz="3700">
              <a:latin typeface="Arial Black"/>
              <a:cs typeface="Arial Black"/>
            </a:endParaRPr>
          </a:p>
          <a:p>
            <a:pPr marL="330835" indent="-299085">
              <a:lnSpc>
                <a:spcPct val="100000"/>
              </a:lnSpc>
              <a:spcBef>
                <a:spcPts val="4159"/>
              </a:spcBef>
              <a:buClr>
                <a:srgbClr val="3B3B3B"/>
              </a:buClr>
              <a:buChar char="•"/>
              <a:tabLst>
                <a:tab pos="330835" algn="l"/>
              </a:tabLst>
            </a:pPr>
            <a:r>
              <a:rPr dirty="0" sz="3250" spc="-75">
                <a:solidFill>
                  <a:srgbClr val="383838"/>
                </a:solidFill>
                <a:latin typeface="Arial MT"/>
                <a:cs typeface="Arial MT"/>
              </a:rPr>
              <a:t>Early</a:t>
            </a:r>
            <a:r>
              <a:rPr dirty="0" sz="3250" spc="-16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3250" spc="60">
                <a:solidFill>
                  <a:srgbClr val="363636"/>
                </a:solidFill>
                <a:latin typeface="Arial MT"/>
                <a:cs typeface="Arial MT"/>
              </a:rPr>
              <a:t>detectio</a:t>
            </a:r>
            <a:r>
              <a:rPr dirty="0" baseline="1709" sz="4875" spc="89">
                <a:solidFill>
                  <a:srgbClr val="363636"/>
                </a:solidFill>
                <a:latin typeface="Arial MT"/>
                <a:cs typeface="Arial MT"/>
              </a:rPr>
              <a:t>n</a:t>
            </a:r>
            <a:r>
              <a:rPr dirty="0" baseline="1709" sz="4875" spc="-517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dirty="0" sz="3250" spc="-65">
                <a:solidFill>
                  <a:srgbClr val="383838"/>
                </a:solidFill>
                <a:latin typeface="Arial MT"/>
                <a:cs typeface="Arial MT"/>
              </a:rPr>
              <a:t>is</a:t>
            </a:r>
            <a:r>
              <a:rPr dirty="0" sz="3250" spc="-16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3250">
                <a:solidFill>
                  <a:srgbClr val="343434"/>
                </a:solidFill>
                <a:latin typeface="Arial MT"/>
                <a:cs typeface="Arial MT"/>
              </a:rPr>
              <a:t>c</a:t>
            </a:r>
            <a:r>
              <a:rPr dirty="0" baseline="1709" sz="4875">
                <a:solidFill>
                  <a:srgbClr val="343434"/>
                </a:solidFill>
                <a:latin typeface="Arial MT"/>
                <a:cs typeface="Arial MT"/>
              </a:rPr>
              <a:t>r</a:t>
            </a:r>
            <a:r>
              <a:rPr dirty="0" sz="3250">
                <a:solidFill>
                  <a:srgbClr val="343434"/>
                </a:solidFill>
                <a:latin typeface="Arial MT"/>
                <a:cs typeface="Arial MT"/>
              </a:rPr>
              <a:t>ucial</a:t>
            </a:r>
            <a:r>
              <a:rPr dirty="0" sz="3250" spc="-39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dirty="0" sz="3250" spc="114">
                <a:solidFill>
                  <a:srgbClr val="363636"/>
                </a:solidFill>
                <a:latin typeface="Arial MT"/>
                <a:cs typeface="Arial MT"/>
              </a:rPr>
              <a:t>to</a:t>
            </a:r>
            <a:r>
              <a:rPr dirty="0" sz="3250" spc="-105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dirty="0" sz="3250" spc="-25">
                <a:solidFill>
                  <a:srgbClr val="2F2F2F"/>
                </a:solidFill>
                <a:latin typeface="Arial MT"/>
                <a:cs typeface="Arial MT"/>
              </a:rPr>
              <a:t>reduce</a:t>
            </a:r>
            <a:r>
              <a:rPr dirty="0" sz="3250" spc="20">
                <a:solidFill>
                  <a:srgbClr val="2F2F2F"/>
                </a:solidFill>
                <a:latin typeface="Arial MT"/>
                <a:cs typeface="Arial MT"/>
              </a:rPr>
              <a:t> </a:t>
            </a:r>
            <a:r>
              <a:rPr dirty="0" sz="3250" spc="-20">
                <a:solidFill>
                  <a:srgbClr val="383838"/>
                </a:solidFill>
                <a:latin typeface="Arial MT"/>
                <a:cs typeface="Arial MT"/>
              </a:rPr>
              <a:t>risks</a:t>
            </a:r>
            <a:endParaRPr sz="32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50"/>
              </a:spcBef>
              <a:buFont typeface="Arial Black"/>
              <a:buChar char="•"/>
            </a:pPr>
            <a:endParaRPr sz="3250">
              <a:latin typeface="Arial MT"/>
              <a:cs typeface="Arial MT"/>
            </a:endParaRPr>
          </a:p>
          <a:p>
            <a:pPr marL="330200" indent="-316865">
              <a:lnSpc>
                <a:spcPct val="100000"/>
              </a:lnSpc>
              <a:spcBef>
                <a:spcPts val="5"/>
              </a:spcBef>
              <a:buClr>
                <a:srgbClr val="383838"/>
              </a:buClr>
              <a:buChar char="•"/>
              <a:tabLst>
                <a:tab pos="330200" algn="l"/>
              </a:tabLst>
            </a:pPr>
            <a:r>
              <a:rPr dirty="0" sz="3600" spc="-620">
                <a:solidFill>
                  <a:srgbClr val="363636"/>
                </a:solidFill>
                <a:latin typeface="Arial Black"/>
                <a:cs typeface="Arial Black"/>
              </a:rPr>
              <a:t>Manual</a:t>
            </a:r>
            <a:r>
              <a:rPr dirty="0" sz="3600" spc="-120">
                <a:solidFill>
                  <a:srgbClr val="363636"/>
                </a:solidFill>
                <a:latin typeface="Arial Black"/>
                <a:cs typeface="Arial Black"/>
              </a:rPr>
              <a:t> </a:t>
            </a:r>
            <a:r>
              <a:rPr dirty="0" sz="3600" spc="-675">
                <a:solidFill>
                  <a:srgbClr val="313131"/>
                </a:solidFill>
                <a:latin typeface="Arial Black"/>
                <a:cs typeface="Arial Black"/>
              </a:rPr>
              <a:t>diagnosis</a:t>
            </a:r>
            <a:r>
              <a:rPr dirty="0" sz="3600" spc="-35">
                <a:solidFill>
                  <a:srgbClr val="313131"/>
                </a:solidFill>
                <a:latin typeface="Arial Black"/>
                <a:cs typeface="Arial Black"/>
              </a:rPr>
              <a:t> </a:t>
            </a:r>
            <a:r>
              <a:rPr dirty="0" sz="3600" spc="-695">
                <a:solidFill>
                  <a:srgbClr val="3B3B3B"/>
                </a:solidFill>
                <a:latin typeface="Arial Black"/>
                <a:cs typeface="Arial Black"/>
              </a:rPr>
              <a:t>depends</a:t>
            </a:r>
            <a:r>
              <a:rPr dirty="0" sz="3600" spc="45">
                <a:solidFill>
                  <a:srgbClr val="3B3B3B"/>
                </a:solidFill>
                <a:latin typeface="Arial Black"/>
                <a:cs typeface="Arial Black"/>
              </a:rPr>
              <a:t> </a:t>
            </a:r>
            <a:r>
              <a:rPr dirty="0" sz="3600" spc="-675">
                <a:solidFill>
                  <a:srgbClr val="3B3B3B"/>
                </a:solidFill>
                <a:latin typeface="Arial Black"/>
                <a:cs typeface="Arial Black"/>
              </a:rPr>
              <a:t>on</a:t>
            </a:r>
            <a:r>
              <a:rPr dirty="0" sz="3600" spc="-145">
                <a:solidFill>
                  <a:srgbClr val="3B3B3B"/>
                </a:solidFill>
                <a:latin typeface="Arial Black"/>
                <a:cs typeface="Arial Black"/>
              </a:rPr>
              <a:t> </a:t>
            </a:r>
            <a:r>
              <a:rPr dirty="0" sz="3600" spc="-620">
                <a:solidFill>
                  <a:srgbClr val="313131"/>
                </a:solidFill>
                <a:latin typeface="Arial Black"/>
                <a:cs typeface="Arial Black"/>
              </a:rPr>
              <a:t>dermatologist</a:t>
            </a:r>
            <a:r>
              <a:rPr dirty="0" sz="3600" spc="-25">
                <a:solidFill>
                  <a:srgbClr val="313131"/>
                </a:solidFill>
                <a:latin typeface="Arial Black"/>
                <a:cs typeface="Arial Black"/>
              </a:rPr>
              <a:t> </a:t>
            </a:r>
            <a:r>
              <a:rPr dirty="0" sz="3600" spc="-680">
                <a:solidFill>
                  <a:srgbClr val="3B3B3B"/>
                </a:solidFill>
                <a:latin typeface="Arial Black"/>
                <a:cs typeface="Arial Black"/>
              </a:rPr>
              <a:t>expertise</a:t>
            </a:r>
            <a:endParaRPr sz="3600">
              <a:latin typeface="Arial Black"/>
              <a:cs typeface="Arial Black"/>
            </a:endParaRPr>
          </a:p>
          <a:p>
            <a:pPr marL="329565" indent="-315595">
              <a:lnSpc>
                <a:spcPct val="100000"/>
              </a:lnSpc>
              <a:spcBef>
                <a:spcPts val="3904"/>
              </a:spcBef>
              <a:buClr>
                <a:srgbClr val="383838"/>
              </a:buClr>
              <a:buChar char="•"/>
              <a:tabLst>
                <a:tab pos="329565" algn="l"/>
              </a:tabLst>
            </a:pPr>
            <a:r>
              <a:rPr dirty="0" baseline="1564" sz="5325" spc="-359">
                <a:solidFill>
                  <a:srgbClr val="343434"/>
                </a:solidFill>
                <a:latin typeface="Arial Black"/>
                <a:cs typeface="Arial Black"/>
              </a:rPr>
              <a:t>R</a:t>
            </a:r>
            <a:r>
              <a:rPr dirty="0" sz="3550" spc="-265">
                <a:solidFill>
                  <a:srgbClr val="343434"/>
                </a:solidFill>
                <a:latin typeface="Arial Black"/>
                <a:cs typeface="Arial Black"/>
              </a:rPr>
              <a:t>esul</a:t>
            </a:r>
            <a:r>
              <a:rPr dirty="0" sz="3550" spc="-795">
                <a:solidFill>
                  <a:srgbClr val="343434"/>
                </a:solidFill>
                <a:latin typeface="Arial Black"/>
                <a:cs typeface="Arial Black"/>
              </a:rPr>
              <a:t>t</a:t>
            </a:r>
            <a:r>
              <a:rPr dirty="0" sz="3550" spc="-3130">
                <a:solidFill>
                  <a:srgbClr val="3B3B3B"/>
                </a:solidFill>
                <a:latin typeface="Arial Black"/>
                <a:cs typeface="Arial Black"/>
              </a:rPr>
              <a:t>m</a:t>
            </a:r>
            <a:r>
              <a:rPr dirty="0" sz="3550" spc="-245">
                <a:solidFill>
                  <a:srgbClr val="343434"/>
                </a:solidFill>
                <a:latin typeface="Arial Black"/>
                <a:cs typeface="Arial Black"/>
              </a:rPr>
              <a:t>s</a:t>
            </a:r>
            <a:r>
              <a:rPr dirty="0" sz="3550" spc="-265">
                <a:solidFill>
                  <a:srgbClr val="3B3B3B"/>
                </a:solidFill>
                <a:latin typeface="Arial Black"/>
                <a:cs typeface="Arial Black"/>
              </a:rPr>
              <a:t>a</a:t>
            </a:r>
            <a:r>
              <a:rPr dirty="0" sz="3550" spc="-254">
                <a:solidFill>
                  <a:srgbClr val="3B3B3B"/>
                </a:solidFill>
                <a:latin typeface="Arial Black"/>
                <a:cs typeface="Arial Black"/>
              </a:rPr>
              <a:t>y</a:t>
            </a:r>
            <a:r>
              <a:rPr dirty="0" sz="3550" spc="-60">
                <a:solidFill>
                  <a:srgbClr val="3B3B3B"/>
                </a:solidFill>
                <a:latin typeface="Arial Black"/>
                <a:cs typeface="Arial Black"/>
              </a:rPr>
              <a:t> </a:t>
            </a:r>
            <a:r>
              <a:rPr dirty="0" sz="3550" spc="-605">
                <a:solidFill>
                  <a:srgbClr val="363636"/>
                </a:solidFill>
                <a:latin typeface="Arial Black"/>
                <a:cs typeface="Arial Black"/>
              </a:rPr>
              <a:t>vary</a:t>
            </a:r>
            <a:r>
              <a:rPr dirty="0" sz="3550" spc="-185">
                <a:solidFill>
                  <a:srgbClr val="363636"/>
                </a:solidFill>
                <a:latin typeface="Arial Black"/>
                <a:cs typeface="Arial Black"/>
              </a:rPr>
              <a:t> </a:t>
            </a:r>
            <a:r>
              <a:rPr dirty="0" sz="3550" spc="-490">
                <a:solidFill>
                  <a:srgbClr val="3B3B3B"/>
                </a:solidFill>
                <a:latin typeface="Arial Black"/>
                <a:cs typeface="Arial Black"/>
              </a:rPr>
              <a:t>betwee</a:t>
            </a:r>
            <a:r>
              <a:rPr dirty="0" baseline="1564" sz="5325" spc="-735">
                <a:solidFill>
                  <a:srgbClr val="3B3B3B"/>
                </a:solidFill>
                <a:latin typeface="Arial Black"/>
                <a:cs typeface="Arial Black"/>
              </a:rPr>
              <a:t>n</a:t>
            </a:r>
            <a:r>
              <a:rPr dirty="0" sz="3550" spc="-490">
                <a:solidFill>
                  <a:srgbClr val="343434"/>
                </a:solidFill>
                <a:latin typeface="Arial Black"/>
                <a:cs typeface="Arial Black"/>
              </a:rPr>
              <a:t>docto</a:t>
            </a:r>
            <a:r>
              <a:rPr dirty="0" baseline="1564" sz="5325" spc="-735">
                <a:solidFill>
                  <a:srgbClr val="343434"/>
                </a:solidFill>
                <a:latin typeface="Arial Black"/>
                <a:cs typeface="Arial Black"/>
              </a:rPr>
              <a:t>r</a:t>
            </a:r>
            <a:r>
              <a:rPr dirty="0" sz="3550" spc="-490">
                <a:solidFill>
                  <a:srgbClr val="343434"/>
                </a:solidFill>
                <a:latin typeface="Arial Black"/>
                <a:cs typeface="Arial Black"/>
              </a:rPr>
              <a:t>s</a:t>
            </a:r>
            <a:endParaRPr sz="3550">
              <a:latin typeface="Arial Black"/>
              <a:cs typeface="Arial Black"/>
            </a:endParaRPr>
          </a:p>
          <a:p>
            <a:pPr marL="332740" indent="-300990">
              <a:lnSpc>
                <a:spcPct val="100000"/>
              </a:lnSpc>
              <a:spcBef>
                <a:spcPts val="4334"/>
              </a:spcBef>
              <a:buClr>
                <a:srgbClr val="414141"/>
              </a:buClr>
              <a:buChar char="•"/>
              <a:tabLst>
                <a:tab pos="332740" algn="l"/>
              </a:tabLst>
            </a:pPr>
            <a:r>
              <a:rPr dirty="0" sz="3200">
                <a:solidFill>
                  <a:srgbClr val="383838"/>
                </a:solidFill>
                <a:latin typeface="Arial MT"/>
                <a:cs typeface="Arial MT"/>
              </a:rPr>
              <a:t>Need</a:t>
            </a:r>
            <a:r>
              <a:rPr dirty="0" sz="3200" spc="-114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3200" spc="85">
                <a:solidFill>
                  <a:srgbClr val="3D3D3D"/>
                </a:solidFill>
                <a:latin typeface="Arial MT"/>
                <a:cs typeface="Arial MT"/>
              </a:rPr>
              <a:t>for</a:t>
            </a:r>
            <a:r>
              <a:rPr dirty="0" sz="3200" spc="15">
                <a:solidFill>
                  <a:srgbClr val="3D3D3D"/>
                </a:solidFill>
                <a:latin typeface="Arial MT"/>
                <a:cs typeface="Arial MT"/>
              </a:rPr>
              <a:t> </a:t>
            </a:r>
            <a:r>
              <a:rPr dirty="0" sz="3200" spc="65">
                <a:solidFill>
                  <a:srgbClr val="333333"/>
                </a:solidFill>
                <a:latin typeface="Arial MT"/>
                <a:cs typeface="Arial MT"/>
              </a:rPr>
              <a:t>automa</a:t>
            </a:r>
            <a:r>
              <a:rPr dirty="0" baseline="1736" sz="4800" spc="97">
                <a:solidFill>
                  <a:srgbClr val="333333"/>
                </a:solidFill>
                <a:latin typeface="Arial MT"/>
                <a:cs typeface="Arial MT"/>
              </a:rPr>
              <a:t>t</a:t>
            </a:r>
            <a:r>
              <a:rPr dirty="0" sz="3200" spc="65">
                <a:solidFill>
                  <a:srgbClr val="333333"/>
                </a:solidFill>
                <a:latin typeface="Arial MT"/>
                <a:cs typeface="Arial MT"/>
              </a:rPr>
              <a:t>ed</a:t>
            </a:r>
            <a:r>
              <a:rPr dirty="0" sz="3200" spc="-24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3200">
                <a:solidFill>
                  <a:srgbClr val="333333"/>
                </a:solidFill>
                <a:latin typeface="Arial MT"/>
                <a:cs typeface="Arial MT"/>
              </a:rPr>
              <a:t>and</a:t>
            </a:r>
            <a:r>
              <a:rPr dirty="0" sz="3200" spc="-12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3200">
                <a:solidFill>
                  <a:srgbClr val="2F2F2F"/>
                </a:solidFill>
                <a:latin typeface="Arial MT"/>
                <a:cs typeface="Arial MT"/>
              </a:rPr>
              <a:t>accu</a:t>
            </a:r>
            <a:r>
              <a:rPr dirty="0" baseline="1736" sz="4800">
                <a:solidFill>
                  <a:srgbClr val="2F2F2F"/>
                </a:solidFill>
                <a:latin typeface="Arial MT"/>
                <a:cs typeface="Arial MT"/>
              </a:rPr>
              <a:t>r</a:t>
            </a:r>
            <a:r>
              <a:rPr dirty="0" sz="3200">
                <a:solidFill>
                  <a:srgbClr val="2F2F2F"/>
                </a:solidFill>
                <a:latin typeface="Arial MT"/>
                <a:cs typeface="Arial MT"/>
              </a:rPr>
              <a:t>ate</a:t>
            </a:r>
            <a:r>
              <a:rPr dirty="0" sz="3200" spc="-120">
                <a:solidFill>
                  <a:srgbClr val="2F2F2F"/>
                </a:solidFill>
                <a:latin typeface="Arial MT"/>
                <a:cs typeface="Arial MT"/>
              </a:rPr>
              <a:t> </a:t>
            </a:r>
            <a:r>
              <a:rPr dirty="0" sz="3200">
                <a:solidFill>
                  <a:srgbClr val="363636"/>
                </a:solidFill>
                <a:latin typeface="Arial MT"/>
                <a:cs typeface="Arial MT"/>
              </a:rPr>
              <a:t>classification</a:t>
            </a:r>
            <a:r>
              <a:rPr dirty="0" sz="3200" spc="-195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dirty="0" sz="3200" spc="-10">
                <a:solidFill>
                  <a:srgbClr val="3A3A3A"/>
                </a:solidFill>
                <a:latin typeface="Arial MT"/>
                <a:cs typeface="Arial MT"/>
              </a:rPr>
              <a:t>systems</a:t>
            </a:r>
            <a:endParaRPr sz="3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35"/>
              </a:spcBef>
              <a:buFont typeface="Arial Black"/>
              <a:buChar char="•"/>
            </a:pPr>
            <a:endParaRPr sz="3200">
              <a:latin typeface="Arial MT"/>
              <a:cs typeface="Arial MT"/>
            </a:endParaRPr>
          </a:p>
          <a:p>
            <a:pPr marL="329565" indent="-315595">
              <a:lnSpc>
                <a:spcPct val="100000"/>
              </a:lnSpc>
              <a:spcBef>
                <a:spcPts val="5"/>
              </a:spcBef>
              <a:buClr>
                <a:srgbClr val="3F3F3F"/>
              </a:buClr>
              <a:buChar char="•"/>
              <a:tabLst>
                <a:tab pos="329565" algn="l"/>
              </a:tabLst>
            </a:pPr>
            <a:r>
              <a:rPr dirty="0" sz="3550" spc="-670">
                <a:solidFill>
                  <a:srgbClr val="3D3D3D"/>
                </a:solidFill>
                <a:latin typeface="Arial Black"/>
                <a:cs typeface="Arial Black"/>
              </a:rPr>
              <a:t>Deep</a:t>
            </a:r>
            <a:r>
              <a:rPr dirty="0" sz="3550" spc="-140">
                <a:solidFill>
                  <a:srgbClr val="3D3D3D"/>
                </a:solidFill>
                <a:latin typeface="Arial Black"/>
                <a:cs typeface="Arial Black"/>
              </a:rPr>
              <a:t> </a:t>
            </a:r>
            <a:r>
              <a:rPr dirty="0" sz="3550" spc="-560">
                <a:solidFill>
                  <a:srgbClr val="343434"/>
                </a:solidFill>
                <a:latin typeface="Arial Black"/>
                <a:cs typeface="Arial Black"/>
              </a:rPr>
              <a:t>learning</a:t>
            </a:r>
            <a:r>
              <a:rPr dirty="0" sz="3550" spc="-190">
                <a:solidFill>
                  <a:srgbClr val="343434"/>
                </a:solidFill>
                <a:latin typeface="Arial Black"/>
                <a:cs typeface="Arial Black"/>
              </a:rPr>
              <a:t> </a:t>
            </a:r>
            <a:r>
              <a:rPr dirty="0" sz="3550" spc="-665">
                <a:solidFill>
                  <a:srgbClr val="343434"/>
                </a:solidFill>
                <a:latin typeface="Arial Black"/>
                <a:cs typeface="Arial Black"/>
              </a:rPr>
              <a:t>and</a:t>
            </a:r>
            <a:r>
              <a:rPr dirty="0" sz="3550" spc="-190">
                <a:solidFill>
                  <a:srgbClr val="343434"/>
                </a:solidFill>
                <a:latin typeface="Arial Black"/>
                <a:cs typeface="Arial Black"/>
              </a:rPr>
              <a:t> </a:t>
            </a:r>
            <a:r>
              <a:rPr dirty="0" sz="3550" spc="-630">
                <a:solidFill>
                  <a:srgbClr val="363636"/>
                </a:solidFill>
                <a:latin typeface="Arial Black"/>
                <a:cs typeface="Arial Black"/>
              </a:rPr>
              <a:t>quantum</a:t>
            </a:r>
            <a:r>
              <a:rPr dirty="0" sz="3550" spc="35">
                <a:solidFill>
                  <a:srgbClr val="363636"/>
                </a:solidFill>
                <a:latin typeface="Arial Black"/>
                <a:cs typeface="Arial Black"/>
              </a:rPr>
              <a:t> </a:t>
            </a:r>
            <a:r>
              <a:rPr dirty="0" sz="3550" spc="-720">
                <a:solidFill>
                  <a:srgbClr val="3D3D3D"/>
                </a:solidFill>
                <a:latin typeface="Arial Black"/>
                <a:cs typeface="Arial Black"/>
              </a:rPr>
              <a:t>ML</a:t>
            </a:r>
            <a:r>
              <a:rPr dirty="0" sz="3550" spc="-285">
                <a:solidFill>
                  <a:srgbClr val="3D3D3D"/>
                </a:solidFill>
                <a:latin typeface="Arial Black"/>
                <a:cs typeface="Arial Black"/>
              </a:rPr>
              <a:t> </a:t>
            </a:r>
            <a:r>
              <a:rPr dirty="0" sz="3550" spc="-615">
                <a:solidFill>
                  <a:srgbClr val="333333"/>
                </a:solidFill>
                <a:latin typeface="Arial Black"/>
                <a:cs typeface="Arial Black"/>
              </a:rPr>
              <a:t>are</a:t>
            </a:r>
            <a:r>
              <a:rPr dirty="0" sz="3550" spc="-220">
                <a:solidFill>
                  <a:srgbClr val="333333"/>
                </a:solidFill>
                <a:latin typeface="Arial Black"/>
                <a:cs typeface="Arial Black"/>
              </a:rPr>
              <a:t> </a:t>
            </a:r>
            <a:r>
              <a:rPr dirty="0" sz="3550" spc="-640">
                <a:solidFill>
                  <a:srgbClr val="3A3A3A"/>
                </a:solidFill>
                <a:latin typeface="Arial Black"/>
                <a:cs typeface="Arial Black"/>
              </a:rPr>
              <a:t>emerging</a:t>
            </a:r>
            <a:r>
              <a:rPr dirty="0" sz="3550" spc="-45">
                <a:solidFill>
                  <a:srgbClr val="3A3A3A"/>
                </a:solidFill>
                <a:latin typeface="Arial Black"/>
                <a:cs typeface="Arial Black"/>
              </a:rPr>
              <a:t> </a:t>
            </a:r>
            <a:r>
              <a:rPr dirty="0" sz="3550" spc="-145">
                <a:solidFill>
                  <a:srgbClr val="313131"/>
                </a:solidFill>
                <a:latin typeface="Arial Black"/>
                <a:cs typeface="Arial Black"/>
              </a:rPr>
              <a:t>so</a:t>
            </a:r>
            <a:r>
              <a:rPr dirty="0" baseline="1564" sz="5325" spc="-217">
                <a:solidFill>
                  <a:srgbClr val="313131"/>
                </a:solidFill>
                <a:latin typeface="Arial Black"/>
                <a:cs typeface="Arial Black"/>
              </a:rPr>
              <a:t>l</a:t>
            </a:r>
            <a:r>
              <a:rPr dirty="0" sz="3550" spc="-145">
                <a:solidFill>
                  <a:srgbClr val="313131"/>
                </a:solidFill>
                <a:latin typeface="Arial Black"/>
                <a:cs typeface="Arial Black"/>
              </a:rPr>
              <a:t>utions</a:t>
            </a:r>
            <a:endParaRPr sz="355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338154" y="10056373"/>
            <a:ext cx="19439890" cy="866140"/>
          </a:xfrm>
          <a:custGeom>
            <a:avLst/>
            <a:gdLst/>
            <a:ahLst/>
            <a:cxnLst/>
            <a:rect l="l" t="t" r="r" b="b"/>
            <a:pathLst>
              <a:path w="19439890" h="866140">
                <a:moveTo>
                  <a:pt x="19439867" y="865540"/>
                </a:moveTo>
                <a:lnTo>
                  <a:pt x="0" y="865540"/>
                </a:lnTo>
                <a:lnTo>
                  <a:pt x="0" y="0"/>
                </a:lnTo>
                <a:lnTo>
                  <a:pt x="19439867" y="0"/>
                </a:lnTo>
                <a:lnTo>
                  <a:pt x="19439867" y="8655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4700" spc="-955"/>
              <a:t>PROBLEM</a:t>
            </a:r>
            <a:r>
              <a:rPr dirty="0" sz="4700" spc="220"/>
              <a:t> </a:t>
            </a:r>
            <a:r>
              <a:rPr dirty="0" sz="4700" spc="-990">
                <a:solidFill>
                  <a:srgbClr val="363636"/>
                </a:solidFill>
              </a:rPr>
              <a:t>STATEMENT</a:t>
            </a:r>
            <a:endParaRPr sz="4700"/>
          </a:p>
        </p:txBody>
      </p:sp>
      <p:sp>
        <p:nvSpPr>
          <p:cNvPr id="5" name="object 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585"/>
              </a:lnSpc>
            </a:pPr>
            <a:r>
              <a:rPr dirty="0" spc="-20"/>
              <a:t>ICITIIT</a:t>
            </a:r>
            <a:r>
              <a:rPr dirty="0" spc="-5"/>
              <a:t> </a:t>
            </a:r>
            <a:r>
              <a:rPr dirty="0" spc="-40"/>
              <a:t>2026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666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9"/>
              </a:spcBef>
            </a:pPr>
            <a:r>
              <a:rPr dirty="0">
                <a:solidFill>
                  <a:srgbClr val="008952"/>
                </a:solidFill>
              </a:rPr>
              <a:t>›</a:t>
            </a:r>
            <a:r>
              <a:rPr dirty="0" spc="210">
                <a:solidFill>
                  <a:srgbClr val="008952"/>
                </a:solidFill>
              </a:rPr>
              <a:t> </a:t>
            </a:r>
            <a:r>
              <a:rPr dirty="0" spc="-210"/>
              <a:t>Scanned</a:t>
            </a:r>
            <a:r>
              <a:rPr dirty="0" spc="30"/>
              <a:t> </a:t>
            </a:r>
            <a:r>
              <a:rPr dirty="0" spc="-195"/>
              <a:t>with</a:t>
            </a:r>
            <a:r>
              <a:rPr dirty="0" spc="-80"/>
              <a:t> </a:t>
            </a:r>
            <a:r>
              <a:rPr dirty="0" spc="-260">
                <a:solidFill>
                  <a:srgbClr val="131313"/>
                </a:solidFill>
              </a:rPr>
              <a:t>OKEN</a:t>
            </a:r>
            <a:r>
              <a:rPr dirty="0" spc="-20">
                <a:solidFill>
                  <a:srgbClr val="131313"/>
                </a:solidFill>
              </a:rPr>
              <a:t> </a:t>
            </a:r>
            <a:r>
              <a:rPr dirty="0" spc="-190">
                <a:solidFill>
                  <a:srgbClr val="161616"/>
                </a:solidFill>
              </a:rPr>
              <a:t>Scanner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3211806" y="2990972"/>
            <a:ext cx="14092555" cy="579755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41630" indent="-328930">
              <a:lnSpc>
                <a:spcPct val="100000"/>
              </a:lnSpc>
              <a:spcBef>
                <a:spcPts val="110"/>
              </a:spcBef>
              <a:buClr>
                <a:srgbClr val="3F3F3F"/>
              </a:buClr>
              <a:buChar char="•"/>
              <a:tabLst>
                <a:tab pos="341630" algn="l"/>
              </a:tabLst>
            </a:pPr>
            <a:r>
              <a:rPr dirty="0" sz="3600" spc="-620">
                <a:solidFill>
                  <a:srgbClr val="363636"/>
                </a:solidFill>
                <a:latin typeface="Arial Black"/>
                <a:cs typeface="Arial Black"/>
              </a:rPr>
              <a:t>Manual</a:t>
            </a:r>
            <a:r>
              <a:rPr dirty="0" sz="3600" spc="-90">
                <a:solidFill>
                  <a:srgbClr val="363636"/>
                </a:solidFill>
                <a:latin typeface="Arial Black"/>
                <a:cs typeface="Arial Black"/>
              </a:rPr>
              <a:t> </a:t>
            </a:r>
            <a:r>
              <a:rPr dirty="0" sz="3600" spc="-745">
                <a:solidFill>
                  <a:srgbClr val="3B3B3B"/>
                </a:solidFill>
                <a:latin typeface="Arial Black"/>
                <a:cs typeface="Arial Black"/>
              </a:rPr>
              <a:t>skin</a:t>
            </a:r>
            <a:r>
              <a:rPr dirty="0" sz="3600" spc="-130">
                <a:solidFill>
                  <a:srgbClr val="3B3B3B"/>
                </a:solidFill>
                <a:latin typeface="Arial Black"/>
                <a:cs typeface="Arial Black"/>
              </a:rPr>
              <a:t> </a:t>
            </a:r>
            <a:r>
              <a:rPr dirty="0" sz="3600" spc="-635">
                <a:solidFill>
                  <a:srgbClr val="383838"/>
                </a:solidFill>
                <a:latin typeface="Arial Black"/>
                <a:cs typeface="Arial Black"/>
              </a:rPr>
              <a:t>lesion</a:t>
            </a:r>
            <a:r>
              <a:rPr dirty="0" sz="3600" spc="-15">
                <a:solidFill>
                  <a:srgbClr val="383838"/>
                </a:solidFill>
                <a:latin typeface="Arial Black"/>
                <a:cs typeface="Arial Black"/>
              </a:rPr>
              <a:t> </a:t>
            </a:r>
            <a:r>
              <a:rPr dirty="0" sz="3600" spc="-675">
                <a:solidFill>
                  <a:srgbClr val="343434"/>
                </a:solidFill>
                <a:latin typeface="Arial Black"/>
                <a:cs typeface="Arial Black"/>
              </a:rPr>
              <a:t>diagnosis</a:t>
            </a:r>
            <a:r>
              <a:rPr dirty="0" sz="3600" spc="-100">
                <a:solidFill>
                  <a:srgbClr val="343434"/>
                </a:solidFill>
                <a:latin typeface="Arial Black"/>
                <a:cs typeface="Arial Black"/>
              </a:rPr>
              <a:t> </a:t>
            </a:r>
            <a:r>
              <a:rPr dirty="0" sz="3600" spc="-685">
                <a:solidFill>
                  <a:srgbClr val="3D3D3D"/>
                </a:solidFill>
                <a:latin typeface="Arial Black"/>
                <a:cs typeface="Arial Black"/>
              </a:rPr>
              <a:t>is</a:t>
            </a:r>
            <a:r>
              <a:rPr dirty="0" sz="3600" spc="-165">
                <a:solidFill>
                  <a:srgbClr val="3D3D3D"/>
                </a:solidFill>
                <a:latin typeface="Arial Black"/>
                <a:cs typeface="Arial Black"/>
              </a:rPr>
              <a:t> </a:t>
            </a:r>
            <a:r>
              <a:rPr dirty="0" sz="3600" spc="-660">
                <a:solidFill>
                  <a:srgbClr val="333333"/>
                </a:solidFill>
                <a:latin typeface="Arial Black"/>
                <a:cs typeface="Arial Black"/>
              </a:rPr>
              <a:t>subjective</a:t>
            </a:r>
            <a:r>
              <a:rPr dirty="0" sz="3600" spc="100">
                <a:solidFill>
                  <a:srgbClr val="333333"/>
                </a:solidFill>
                <a:latin typeface="Arial Black"/>
                <a:cs typeface="Arial Black"/>
              </a:rPr>
              <a:t> </a:t>
            </a:r>
            <a:r>
              <a:rPr dirty="0" sz="3600" spc="-700">
                <a:solidFill>
                  <a:srgbClr val="363636"/>
                </a:solidFill>
                <a:latin typeface="Arial Black"/>
                <a:cs typeface="Arial Black"/>
              </a:rPr>
              <a:t>and</a:t>
            </a:r>
            <a:r>
              <a:rPr dirty="0" sz="3600" spc="-130">
                <a:solidFill>
                  <a:srgbClr val="363636"/>
                </a:solidFill>
                <a:latin typeface="Arial Black"/>
                <a:cs typeface="Arial Black"/>
              </a:rPr>
              <a:t> </a:t>
            </a:r>
            <a:r>
              <a:rPr dirty="0" sz="3600" spc="-695">
                <a:solidFill>
                  <a:srgbClr val="363636"/>
                </a:solidFill>
                <a:latin typeface="Arial Black"/>
                <a:cs typeface="Arial Black"/>
              </a:rPr>
              <a:t>depends</a:t>
            </a:r>
            <a:r>
              <a:rPr dirty="0" sz="3600" spc="30">
                <a:solidFill>
                  <a:srgbClr val="363636"/>
                </a:solidFill>
                <a:latin typeface="Arial Black"/>
                <a:cs typeface="Arial Black"/>
              </a:rPr>
              <a:t> </a:t>
            </a:r>
            <a:r>
              <a:rPr dirty="0" sz="3600" spc="-675">
                <a:solidFill>
                  <a:srgbClr val="313131"/>
                </a:solidFill>
                <a:latin typeface="Arial Black"/>
                <a:cs typeface="Arial Black"/>
              </a:rPr>
              <a:t>on</a:t>
            </a:r>
            <a:r>
              <a:rPr dirty="0" sz="3600" spc="-250">
                <a:solidFill>
                  <a:srgbClr val="313131"/>
                </a:solidFill>
                <a:latin typeface="Arial Black"/>
                <a:cs typeface="Arial Black"/>
              </a:rPr>
              <a:t> </a:t>
            </a:r>
            <a:r>
              <a:rPr dirty="0" sz="3600" spc="-645">
                <a:solidFill>
                  <a:srgbClr val="343434"/>
                </a:solidFill>
                <a:latin typeface="Arial Black"/>
                <a:cs typeface="Arial Black"/>
              </a:rPr>
              <a:t>expert</a:t>
            </a:r>
            <a:r>
              <a:rPr dirty="0" sz="3600" spc="-140">
                <a:solidFill>
                  <a:srgbClr val="343434"/>
                </a:solidFill>
                <a:latin typeface="Arial Black"/>
                <a:cs typeface="Arial Black"/>
              </a:rPr>
              <a:t> </a:t>
            </a:r>
            <a:r>
              <a:rPr dirty="0" sz="3600" spc="-705">
                <a:solidFill>
                  <a:srgbClr val="343434"/>
                </a:solidFill>
                <a:latin typeface="Arial Black"/>
                <a:cs typeface="Arial Black"/>
              </a:rPr>
              <a:t>knowledge</a:t>
            </a:r>
            <a:endParaRPr sz="3600">
              <a:latin typeface="Arial Black"/>
              <a:cs typeface="Arial Black"/>
            </a:endParaRPr>
          </a:p>
          <a:p>
            <a:pPr marL="340360" indent="-327660">
              <a:lnSpc>
                <a:spcPct val="100000"/>
              </a:lnSpc>
              <a:spcBef>
                <a:spcPts val="3970"/>
              </a:spcBef>
              <a:buClr>
                <a:srgbClr val="3B3B3B"/>
              </a:buClr>
              <a:buChar char="•"/>
              <a:tabLst>
                <a:tab pos="340360" algn="l"/>
              </a:tabLst>
            </a:pPr>
            <a:r>
              <a:rPr dirty="0" sz="3550" spc="-515">
                <a:solidFill>
                  <a:srgbClr val="333333"/>
                </a:solidFill>
                <a:latin typeface="Arial Black"/>
                <a:cs typeface="Arial Black"/>
              </a:rPr>
              <a:t>Different</a:t>
            </a:r>
            <a:r>
              <a:rPr dirty="0" sz="3550" spc="10">
                <a:solidFill>
                  <a:srgbClr val="333333"/>
                </a:solidFill>
                <a:latin typeface="Arial Black"/>
                <a:cs typeface="Arial Black"/>
              </a:rPr>
              <a:t> </a:t>
            </a:r>
            <a:r>
              <a:rPr dirty="0" sz="3550" spc="-570">
                <a:solidFill>
                  <a:srgbClr val="363636"/>
                </a:solidFill>
                <a:latin typeface="Arial Black"/>
                <a:cs typeface="Arial Black"/>
              </a:rPr>
              <a:t>dermatologists</a:t>
            </a:r>
            <a:r>
              <a:rPr dirty="0" sz="3550" spc="-380">
                <a:solidFill>
                  <a:srgbClr val="363636"/>
                </a:solidFill>
                <a:latin typeface="Arial Black"/>
                <a:cs typeface="Arial Black"/>
              </a:rPr>
              <a:t> </a:t>
            </a:r>
            <a:r>
              <a:rPr dirty="0" sz="3550" spc="-760">
                <a:solidFill>
                  <a:srgbClr val="363636"/>
                </a:solidFill>
                <a:latin typeface="Arial Black"/>
                <a:cs typeface="Arial Black"/>
              </a:rPr>
              <a:t>may</a:t>
            </a:r>
            <a:r>
              <a:rPr dirty="0" sz="3550" spc="-195">
                <a:solidFill>
                  <a:srgbClr val="363636"/>
                </a:solidFill>
                <a:latin typeface="Arial Black"/>
                <a:cs typeface="Arial Black"/>
              </a:rPr>
              <a:t> </a:t>
            </a:r>
            <a:r>
              <a:rPr dirty="0" sz="3550" spc="-635">
                <a:solidFill>
                  <a:srgbClr val="383838"/>
                </a:solidFill>
                <a:latin typeface="Arial Black"/>
                <a:cs typeface="Arial Black"/>
              </a:rPr>
              <a:t>produce</a:t>
            </a:r>
            <a:r>
              <a:rPr dirty="0" sz="3550" spc="5">
                <a:solidFill>
                  <a:srgbClr val="383838"/>
                </a:solidFill>
                <a:latin typeface="Arial Black"/>
                <a:cs typeface="Arial Black"/>
              </a:rPr>
              <a:t> </a:t>
            </a:r>
            <a:r>
              <a:rPr dirty="0" sz="3550" spc="-610">
                <a:solidFill>
                  <a:srgbClr val="363636"/>
                </a:solidFill>
                <a:latin typeface="Arial Black"/>
                <a:cs typeface="Arial Black"/>
              </a:rPr>
              <a:t>inconsistent</a:t>
            </a:r>
            <a:r>
              <a:rPr dirty="0" sz="3550" spc="70">
                <a:solidFill>
                  <a:srgbClr val="363636"/>
                </a:solidFill>
                <a:latin typeface="Arial Black"/>
                <a:cs typeface="Arial Black"/>
              </a:rPr>
              <a:t> </a:t>
            </a:r>
            <a:r>
              <a:rPr dirty="0" sz="3550" spc="-610">
                <a:solidFill>
                  <a:srgbClr val="383838"/>
                </a:solidFill>
                <a:latin typeface="Arial Black"/>
                <a:cs typeface="Arial Black"/>
              </a:rPr>
              <a:t>results</a:t>
            </a:r>
            <a:endParaRPr sz="3550">
              <a:latin typeface="Arial Black"/>
              <a:cs typeface="Arial Black"/>
            </a:endParaRPr>
          </a:p>
          <a:p>
            <a:pPr marL="335280" indent="-304800">
              <a:lnSpc>
                <a:spcPct val="100000"/>
              </a:lnSpc>
              <a:spcBef>
                <a:spcPts val="4265"/>
              </a:spcBef>
              <a:buClr>
                <a:srgbClr val="3D3D3D"/>
              </a:buClr>
              <a:buChar char="•"/>
              <a:tabLst>
                <a:tab pos="335280" algn="l"/>
              </a:tabLst>
            </a:pPr>
            <a:r>
              <a:rPr dirty="0" sz="3300" spc="-100">
                <a:solidFill>
                  <a:srgbClr val="363636"/>
                </a:solidFill>
                <a:latin typeface="Arial MT"/>
                <a:cs typeface="Arial MT"/>
              </a:rPr>
              <a:t>Increasing</a:t>
            </a:r>
            <a:r>
              <a:rPr dirty="0" sz="3300" spc="-13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dirty="0" sz="3300">
                <a:solidFill>
                  <a:srgbClr val="383838"/>
                </a:solidFill>
                <a:latin typeface="Arial MT"/>
                <a:cs typeface="Arial MT"/>
              </a:rPr>
              <a:t>number</a:t>
            </a:r>
            <a:r>
              <a:rPr dirty="0" sz="3300" spc="-1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3300">
                <a:solidFill>
                  <a:srgbClr val="3D3D3D"/>
                </a:solidFill>
                <a:latin typeface="Arial MT"/>
                <a:cs typeface="Arial MT"/>
              </a:rPr>
              <a:t>of</a:t>
            </a:r>
            <a:r>
              <a:rPr dirty="0" sz="3300" spc="-110">
                <a:solidFill>
                  <a:srgbClr val="3D3D3D"/>
                </a:solidFill>
                <a:latin typeface="Arial MT"/>
                <a:cs typeface="Arial MT"/>
              </a:rPr>
              <a:t> </a:t>
            </a:r>
            <a:r>
              <a:rPr dirty="0" sz="3300" spc="-225">
                <a:solidFill>
                  <a:srgbClr val="383838"/>
                </a:solidFill>
                <a:latin typeface="Arial MT"/>
                <a:cs typeface="Arial MT"/>
              </a:rPr>
              <a:t>cases</a:t>
            </a:r>
            <a:r>
              <a:rPr dirty="0" sz="3300" spc="-1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3300" spc="-25">
                <a:solidFill>
                  <a:srgbClr val="3B3B3B"/>
                </a:solidFill>
                <a:latin typeface="Arial MT"/>
                <a:cs typeface="Arial MT"/>
              </a:rPr>
              <a:t>requires</a:t>
            </a:r>
            <a:r>
              <a:rPr dirty="0" sz="3300" spc="25">
                <a:solidFill>
                  <a:srgbClr val="3B3B3B"/>
                </a:solidFill>
                <a:latin typeface="Arial MT"/>
                <a:cs typeface="Arial MT"/>
              </a:rPr>
              <a:t> </a:t>
            </a:r>
            <a:r>
              <a:rPr dirty="0" sz="3300">
                <a:solidFill>
                  <a:srgbClr val="343434"/>
                </a:solidFill>
                <a:latin typeface="Arial MT"/>
                <a:cs typeface="Arial MT"/>
              </a:rPr>
              <a:t>automated</a:t>
            </a:r>
            <a:r>
              <a:rPr dirty="0" sz="3300" spc="-15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dirty="0" sz="3300" spc="-10">
                <a:solidFill>
                  <a:srgbClr val="343434"/>
                </a:solidFill>
                <a:latin typeface="Arial MT"/>
                <a:cs typeface="Arial MT"/>
              </a:rPr>
              <a:t>solutions</a:t>
            </a:r>
            <a:endParaRPr sz="3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40"/>
              </a:spcBef>
              <a:buFont typeface="Arial Black"/>
              <a:buChar char="•"/>
            </a:pPr>
            <a:endParaRPr sz="3300">
              <a:latin typeface="Arial MT"/>
              <a:cs typeface="Arial MT"/>
            </a:endParaRPr>
          </a:p>
          <a:p>
            <a:pPr marL="341630" indent="-327660">
              <a:lnSpc>
                <a:spcPct val="100000"/>
              </a:lnSpc>
              <a:buClr>
                <a:srgbClr val="3D3D3D"/>
              </a:buClr>
              <a:buChar char="•"/>
              <a:tabLst>
                <a:tab pos="341630" algn="l"/>
              </a:tabLst>
            </a:pPr>
            <a:r>
              <a:rPr dirty="0" sz="3450" spc="-620">
                <a:solidFill>
                  <a:srgbClr val="2F2F2F"/>
                </a:solidFill>
                <a:latin typeface="Arial Black"/>
                <a:cs typeface="Arial Black"/>
              </a:rPr>
              <a:t>Existing</a:t>
            </a:r>
            <a:r>
              <a:rPr dirty="0" sz="3450">
                <a:solidFill>
                  <a:srgbClr val="2F2F2F"/>
                </a:solidFill>
                <a:latin typeface="Arial Black"/>
                <a:cs typeface="Arial Black"/>
              </a:rPr>
              <a:t> </a:t>
            </a:r>
            <a:r>
              <a:rPr dirty="0" sz="3450" spc="-580">
                <a:solidFill>
                  <a:srgbClr val="363636"/>
                </a:solidFill>
                <a:latin typeface="Arial Black"/>
                <a:cs typeface="Arial Black"/>
              </a:rPr>
              <a:t>studies</a:t>
            </a:r>
            <a:r>
              <a:rPr dirty="0" sz="3450" spc="-85">
                <a:solidFill>
                  <a:srgbClr val="363636"/>
                </a:solidFill>
                <a:latin typeface="Arial Black"/>
                <a:cs typeface="Arial Black"/>
              </a:rPr>
              <a:t> </a:t>
            </a:r>
            <a:r>
              <a:rPr dirty="0" sz="3450" spc="-710">
                <a:solidFill>
                  <a:srgbClr val="3B3B3B"/>
                </a:solidFill>
                <a:latin typeface="Arial Black"/>
                <a:cs typeface="Arial Black"/>
              </a:rPr>
              <a:t>lack</a:t>
            </a:r>
            <a:r>
              <a:rPr dirty="0" sz="3450" spc="-90">
                <a:solidFill>
                  <a:srgbClr val="3B3B3B"/>
                </a:solidFill>
                <a:latin typeface="Arial Black"/>
                <a:cs typeface="Arial Black"/>
              </a:rPr>
              <a:t> </a:t>
            </a:r>
            <a:r>
              <a:rPr dirty="0" sz="3450" spc="-480">
                <a:solidFill>
                  <a:srgbClr val="363636"/>
                </a:solidFill>
                <a:latin typeface="Arial Black"/>
                <a:cs typeface="Arial Black"/>
              </a:rPr>
              <a:t>fair</a:t>
            </a:r>
            <a:r>
              <a:rPr dirty="0" sz="3450" spc="15">
                <a:solidFill>
                  <a:srgbClr val="363636"/>
                </a:solidFill>
                <a:latin typeface="Arial Black"/>
                <a:cs typeface="Arial Black"/>
              </a:rPr>
              <a:t> </a:t>
            </a:r>
            <a:r>
              <a:rPr dirty="0" sz="3450" spc="-600">
                <a:solidFill>
                  <a:srgbClr val="363636"/>
                </a:solidFill>
                <a:latin typeface="Arial Black"/>
                <a:cs typeface="Arial Black"/>
              </a:rPr>
              <a:t>comparison</a:t>
            </a:r>
            <a:r>
              <a:rPr dirty="0" sz="3450" spc="185">
                <a:solidFill>
                  <a:srgbClr val="363636"/>
                </a:solidFill>
                <a:latin typeface="Arial Black"/>
                <a:cs typeface="Arial Black"/>
              </a:rPr>
              <a:t> </a:t>
            </a:r>
            <a:r>
              <a:rPr dirty="0" sz="3450" spc="-565">
                <a:solidFill>
                  <a:srgbClr val="363636"/>
                </a:solidFill>
                <a:latin typeface="Arial Black"/>
                <a:cs typeface="Arial Black"/>
              </a:rPr>
              <a:t>under</a:t>
            </a:r>
            <a:r>
              <a:rPr dirty="0" sz="3450" spc="85">
                <a:solidFill>
                  <a:srgbClr val="363636"/>
                </a:solidFill>
                <a:latin typeface="Arial Black"/>
                <a:cs typeface="Arial Black"/>
              </a:rPr>
              <a:t> </a:t>
            </a:r>
            <a:r>
              <a:rPr dirty="0" sz="3450" spc="-535">
                <a:solidFill>
                  <a:srgbClr val="313131"/>
                </a:solidFill>
                <a:latin typeface="Arial Black"/>
                <a:cs typeface="Arial Black"/>
              </a:rPr>
              <a:t>identical</a:t>
            </a:r>
            <a:r>
              <a:rPr dirty="0" sz="3450" spc="10">
                <a:solidFill>
                  <a:srgbClr val="313131"/>
                </a:solidFill>
                <a:latin typeface="Arial Black"/>
                <a:cs typeface="Arial Black"/>
              </a:rPr>
              <a:t> </a:t>
            </a:r>
            <a:r>
              <a:rPr dirty="0" sz="3450" spc="-570">
                <a:solidFill>
                  <a:srgbClr val="383838"/>
                </a:solidFill>
                <a:latin typeface="Arial Black"/>
                <a:cs typeface="Arial Black"/>
              </a:rPr>
              <a:t>conditions</a:t>
            </a:r>
            <a:endParaRPr sz="3450">
              <a:latin typeface="Arial Black"/>
              <a:cs typeface="Arial Black"/>
            </a:endParaRPr>
          </a:p>
          <a:p>
            <a:pPr marL="333375" indent="-320675">
              <a:lnSpc>
                <a:spcPct val="100000"/>
              </a:lnSpc>
              <a:spcBef>
                <a:spcPts val="3954"/>
              </a:spcBef>
              <a:buClr>
                <a:srgbClr val="3F3F3F"/>
              </a:buClr>
              <a:buChar char="•"/>
              <a:tabLst>
                <a:tab pos="333375" algn="l"/>
              </a:tabLst>
            </a:pPr>
            <a:r>
              <a:rPr dirty="0" sz="3600" spc="-665">
                <a:solidFill>
                  <a:srgbClr val="343434"/>
                </a:solidFill>
                <a:latin typeface="Arial Black"/>
                <a:cs typeface="Arial Black"/>
              </a:rPr>
              <a:t>Quantum</a:t>
            </a:r>
            <a:r>
              <a:rPr dirty="0" sz="3600">
                <a:solidFill>
                  <a:srgbClr val="343434"/>
                </a:solidFill>
                <a:latin typeface="Arial Black"/>
                <a:cs typeface="Arial Black"/>
              </a:rPr>
              <a:t> </a:t>
            </a:r>
            <a:r>
              <a:rPr dirty="0" sz="3600" spc="-695">
                <a:solidFill>
                  <a:srgbClr val="3A3A3A"/>
                </a:solidFill>
                <a:latin typeface="Arial Black"/>
                <a:cs typeface="Arial Black"/>
              </a:rPr>
              <a:t>models</a:t>
            </a:r>
            <a:r>
              <a:rPr dirty="0" sz="3600" spc="-165">
                <a:solidFill>
                  <a:srgbClr val="3A3A3A"/>
                </a:solidFill>
                <a:latin typeface="Arial Black"/>
                <a:cs typeface="Arial Black"/>
              </a:rPr>
              <a:t> </a:t>
            </a:r>
            <a:r>
              <a:rPr dirty="0" sz="3600" spc="-645">
                <a:solidFill>
                  <a:srgbClr val="363636"/>
                </a:solidFill>
                <a:latin typeface="Arial Black"/>
                <a:cs typeface="Arial Black"/>
              </a:rPr>
              <a:t>are</a:t>
            </a:r>
            <a:r>
              <a:rPr dirty="0" sz="3600" spc="-220">
                <a:solidFill>
                  <a:srgbClr val="363636"/>
                </a:solidFill>
                <a:latin typeface="Arial Black"/>
                <a:cs typeface="Arial Black"/>
              </a:rPr>
              <a:t> </a:t>
            </a:r>
            <a:r>
              <a:rPr dirty="0" sz="3600" spc="-675">
                <a:solidFill>
                  <a:srgbClr val="363636"/>
                </a:solidFill>
                <a:latin typeface="Arial Black"/>
                <a:cs typeface="Arial Black"/>
              </a:rPr>
              <a:t>emerging</a:t>
            </a:r>
            <a:r>
              <a:rPr dirty="0" sz="3600">
                <a:solidFill>
                  <a:srgbClr val="363636"/>
                </a:solidFill>
                <a:latin typeface="Arial Black"/>
                <a:cs typeface="Arial Black"/>
              </a:rPr>
              <a:t> </a:t>
            </a:r>
            <a:r>
              <a:rPr dirty="0" sz="3600" spc="-605">
                <a:solidFill>
                  <a:srgbClr val="383838"/>
                </a:solidFill>
                <a:latin typeface="Arial Black"/>
                <a:cs typeface="Arial Black"/>
              </a:rPr>
              <a:t>but</a:t>
            </a:r>
            <a:r>
              <a:rPr dirty="0" sz="3600" spc="-190">
                <a:solidFill>
                  <a:srgbClr val="383838"/>
                </a:solidFill>
                <a:latin typeface="Arial Black"/>
                <a:cs typeface="Arial Black"/>
              </a:rPr>
              <a:t> </a:t>
            </a:r>
            <a:r>
              <a:rPr dirty="0" sz="3600" spc="-580">
                <a:solidFill>
                  <a:srgbClr val="3B3B3B"/>
                </a:solidFill>
                <a:latin typeface="Arial Black"/>
                <a:cs typeface="Arial Black"/>
              </a:rPr>
              <a:t>not</a:t>
            </a:r>
            <a:r>
              <a:rPr dirty="0" sz="3600" spc="-140">
                <a:solidFill>
                  <a:srgbClr val="3B3B3B"/>
                </a:solidFill>
                <a:latin typeface="Arial Black"/>
                <a:cs typeface="Arial Black"/>
              </a:rPr>
              <a:t> </a:t>
            </a:r>
            <a:r>
              <a:rPr dirty="0" sz="3600" spc="-660">
                <a:solidFill>
                  <a:srgbClr val="3A3A3A"/>
                </a:solidFill>
                <a:latin typeface="Arial Black"/>
                <a:cs typeface="Arial Black"/>
              </a:rPr>
              <a:t>well</a:t>
            </a:r>
            <a:r>
              <a:rPr dirty="0" sz="3600" spc="-180">
                <a:solidFill>
                  <a:srgbClr val="3A3A3A"/>
                </a:solidFill>
                <a:latin typeface="Arial Black"/>
                <a:cs typeface="Arial Black"/>
              </a:rPr>
              <a:t> </a:t>
            </a:r>
            <a:r>
              <a:rPr dirty="0" sz="3600" spc="-655">
                <a:solidFill>
                  <a:srgbClr val="313131"/>
                </a:solidFill>
                <a:latin typeface="Arial Black"/>
                <a:cs typeface="Arial Black"/>
              </a:rPr>
              <a:t>evaluated</a:t>
            </a:r>
            <a:r>
              <a:rPr dirty="0" sz="3600" spc="120">
                <a:solidFill>
                  <a:srgbClr val="313131"/>
                </a:solidFill>
                <a:latin typeface="Arial Black"/>
                <a:cs typeface="Arial Black"/>
              </a:rPr>
              <a:t> </a:t>
            </a:r>
            <a:r>
              <a:rPr dirty="0" sz="3600" spc="-490">
                <a:solidFill>
                  <a:srgbClr val="363636"/>
                </a:solidFill>
                <a:latin typeface="Arial Black"/>
                <a:cs typeface="Arial Black"/>
              </a:rPr>
              <a:t>for</a:t>
            </a:r>
            <a:r>
              <a:rPr dirty="0" sz="3600" spc="-229">
                <a:solidFill>
                  <a:srgbClr val="363636"/>
                </a:solidFill>
                <a:latin typeface="Arial Black"/>
                <a:cs typeface="Arial Black"/>
              </a:rPr>
              <a:t> </a:t>
            </a:r>
            <a:r>
              <a:rPr dirty="0" sz="3600" spc="-500">
                <a:solidFill>
                  <a:srgbClr val="343434"/>
                </a:solidFill>
                <a:latin typeface="Arial Black"/>
                <a:cs typeface="Arial Black"/>
              </a:rPr>
              <a:t>real-</a:t>
            </a:r>
            <a:r>
              <a:rPr dirty="0" sz="3600" spc="-620">
                <a:solidFill>
                  <a:srgbClr val="343434"/>
                </a:solidFill>
                <a:latin typeface="Arial Black"/>
                <a:cs typeface="Arial Black"/>
              </a:rPr>
              <a:t>world</a:t>
            </a:r>
            <a:r>
              <a:rPr dirty="0" sz="3600" spc="30">
                <a:solidFill>
                  <a:srgbClr val="343434"/>
                </a:solidFill>
                <a:latin typeface="Arial Black"/>
                <a:cs typeface="Arial Black"/>
              </a:rPr>
              <a:t> </a:t>
            </a:r>
            <a:r>
              <a:rPr dirty="0" sz="3600" spc="-800">
                <a:solidFill>
                  <a:srgbClr val="383838"/>
                </a:solidFill>
                <a:latin typeface="Arial Black"/>
                <a:cs typeface="Arial Black"/>
              </a:rPr>
              <a:t>use</a:t>
            </a:r>
            <a:endParaRPr sz="3600">
              <a:latin typeface="Arial Black"/>
              <a:cs typeface="Arial Black"/>
            </a:endParaRPr>
          </a:p>
          <a:p>
            <a:pPr marL="342900" indent="-312420">
              <a:lnSpc>
                <a:spcPct val="100000"/>
              </a:lnSpc>
              <a:spcBef>
                <a:spcPts val="4250"/>
              </a:spcBef>
              <a:buClr>
                <a:srgbClr val="3A3A3A"/>
              </a:buClr>
              <a:buChar char="•"/>
              <a:tabLst>
                <a:tab pos="342900" algn="l"/>
              </a:tabLst>
            </a:pPr>
            <a:r>
              <a:rPr dirty="0" sz="3300" spc="-95">
                <a:solidFill>
                  <a:srgbClr val="2F2F2F"/>
                </a:solidFill>
                <a:latin typeface="Arial MT"/>
                <a:cs typeface="Arial MT"/>
              </a:rPr>
              <a:t>Need</a:t>
            </a:r>
            <a:r>
              <a:rPr dirty="0" sz="3300" spc="-100">
                <a:solidFill>
                  <a:srgbClr val="2F2F2F"/>
                </a:solidFill>
                <a:latin typeface="Arial MT"/>
                <a:cs typeface="Arial MT"/>
              </a:rPr>
              <a:t> </a:t>
            </a:r>
            <a:r>
              <a:rPr dirty="0" sz="3300">
                <a:solidFill>
                  <a:srgbClr val="333333"/>
                </a:solidFill>
                <a:latin typeface="Arial MT"/>
                <a:cs typeface="Arial MT"/>
              </a:rPr>
              <a:t>for </a:t>
            </a:r>
            <a:r>
              <a:rPr dirty="0" sz="3300" spc="-55">
                <a:solidFill>
                  <a:srgbClr val="363636"/>
                </a:solidFill>
                <a:latin typeface="Arial MT"/>
                <a:cs typeface="Arial MT"/>
              </a:rPr>
              <a:t>accu</a:t>
            </a:r>
            <a:r>
              <a:rPr dirty="0" baseline="1683" sz="4950" spc="-82">
                <a:solidFill>
                  <a:srgbClr val="363636"/>
                </a:solidFill>
                <a:latin typeface="Arial MT"/>
                <a:cs typeface="Arial MT"/>
              </a:rPr>
              <a:t>r</a:t>
            </a:r>
            <a:r>
              <a:rPr dirty="0" sz="3300" spc="-55">
                <a:solidFill>
                  <a:srgbClr val="363636"/>
                </a:solidFill>
                <a:latin typeface="Arial MT"/>
                <a:cs typeface="Arial MT"/>
              </a:rPr>
              <a:t>ate</a:t>
            </a:r>
            <a:r>
              <a:rPr dirty="0" sz="3300" spc="-17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dirty="0" sz="3300" spc="-80">
                <a:solidFill>
                  <a:srgbClr val="363636"/>
                </a:solidFill>
                <a:latin typeface="Arial MT"/>
                <a:cs typeface="Arial MT"/>
              </a:rPr>
              <a:t>and</a:t>
            </a:r>
            <a:r>
              <a:rPr dirty="0" sz="3300" spc="-3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dirty="0" sz="3300" spc="-20">
                <a:solidFill>
                  <a:srgbClr val="363636"/>
                </a:solidFill>
                <a:latin typeface="Arial MT"/>
                <a:cs typeface="Arial MT"/>
              </a:rPr>
              <a:t>reliable</a:t>
            </a:r>
            <a:r>
              <a:rPr dirty="0" sz="3300" spc="-8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dirty="0" sz="3300" spc="-50">
                <a:solidFill>
                  <a:srgbClr val="343434"/>
                </a:solidFill>
                <a:latin typeface="Arial MT"/>
                <a:cs typeface="Arial MT"/>
              </a:rPr>
              <a:t>classification</a:t>
            </a:r>
            <a:r>
              <a:rPr dirty="0" sz="3300" spc="-275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dirty="0" sz="3300" spc="-10">
                <a:solidFill>
                  <a:srgbClr val="333333"/>
                </a:solidFill>
                <a:latin typeface="Arial MT"/>
                <a:cs typeface="Arial MT"/>
              </a:rPr>
              <a:t>system</a:t>
            </a:r>
            <a:endParaRPr sz="33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338154" y="10056373"/>
            <a:ext cx="19439890" cy="866140"/>
          </a:xfrm>
          <a:custGeom>
            <a:avLst/>
            <a:gdLst/>
            <a:ahLst/>
            <a:cxnLst/>
            <a:rect l="l" t="t" r="r" b="b"/>
            <a:pathLst>
              <a:path w="19439890" h="866140">
                <a:moveTo>
                  <a:pt x="19439867" y="865540"/>
                </a:moveTo>
                <a:lnTo>
                  <a:pt x="0" y="865540"/>
                </a:lnTo>
                <a:lnTo>
                  <a:pt x="0" y="0"/>
                </a:lnTo>
                <a:lnTo>
                  <a:pt x="19439867" y="0"/>
                </a:lnTo>
                <a:lnTo>
                  <a:pt x="19439867" y="8655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0330" rIns="0" bIns="0" rtlCol="0" vert="horz">
            <a:spAutoFit/>
          </a:bodyPr>
          <a:lstStyle/>
          <a:p>
            <a:pPr marL="165100">
              <a:lnSpc>
                <a:spcPct val="100000"/>
              </a:lnSpc>
              <a:spcBef>
                <a:spcPts val="110"/>
              </a:spcBef>
            </a:pPr>
            <a:r>
              <a:rPr dirty="0" sz="4700" spc="-1085"/>
              <a:t>OBJECTIVES</a:t>
            </a:r>
            <a:endParaRPr sz="4700"/>
          </a:p>
        </p:txBody>
      </p:sp>
      <p:sp>
        <p:nvSpPr>
          <p:cNvPr id="5" name="object 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585"/>
              </a:lnSpc>
            </a:pPr>
            <a:r>
              <a:rPr dirty="0" spc="-20"/>
              <a:t>ICITIIT</a:t>
            </a:r>
            <a:r>
              <a:rPr dirty="0" spc="-5"/>
              <a:t> </a:t>
            </a:r>
            <a:r>
              <a:rPr dirty="0" spc="-40"/>
              <a:t>2026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666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9"/>
              </a:spcBef>
            </a:pPr>
            <a:r>
              <a:rPr dirty="0">
                <a:solidFill>
                  <a:srgbClr val="008952"/>
                </a:solidFill>
              </a:rPr>
              <a:t>›</a:t>
            </a:r>
            <a:r>
              <a:rPr dirty="0" spc="210">
                <a:solidFill>
                  <a:srgbClr val="008952"/>
                </a:solidFill>
              </a:rPr>
              <a:t> </a:t>
            </a:r>
            <a:r>
              <a:rPr dirty="0" spc="-210"/>
              <a:t>Scanned</a:t>
            </a:r>
            <a:r>
              <a:rPr dirty="0" spc="30"/>
              <a:t> </a:t>
            </a:r>
            <a:r>
              <a:rPr dirty="0" spc="-195"/>
              <a:t>with</a:t>
            </a:r>
            <a:r>
              <a:rPr dirty="0" spc="-80"/>
              <a:t> </a:t>
            </a:r>
            <a:r>
              <a:rPr dirty="0" spc="-260">
                <a:solidFill>
                  <a:srgbClr val="131313"/>
                </a:solidFill>
              </a:rPr>
              <a:t>OKEN</a:t>
            </a:r>
            <a:r>
              <a:rPr dirty="0" spc="-20">
                <a:solidFill>
                  <a:srgbClr val="131313"/>
                </a:solidFill>
              </a:rPr>
              <a:t> </a:t>
            </a:r>
            <a:r>
              <a:rPr dirty="0" spc="-190">
                <a:solidFill>
                  <a:srgbClr val="161616"/>
                </a:solidFill>
              </a:rPr>
              <a:t>Scanner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3146413" y="2871092"/>
            <a:ext cx="12953365" cy="47618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20675" indent="-307975">
              <a:lnSpc>
                <a:spcPct val="100000"/>
              </a:lnSpc>
              <a:spcBef>
                <a:spcPts val="95"/>
              </a:spcBef>
              <a:buClr>
                <a:srgbClr val="3F3F3F"/>
              </a:buClr>
              <a:buChar char="•"/>
              <a:tabLst>
                <a:tab pos="320675" algn="l"/>
              </a:tabLst>
            </a:pPr>
            <a:r>
              <a:rPr dirty="0" sz="3700" spc="-855">
                <a:solidFill>
                  <a:srgbClr val="3B3B3B"/>
                </a:solidFill>
                <a:latin typeface="Arial Black"/>
                <a:cs typeface="Arial Black"/>
              </a:rPr>
              <a:t>To</a:t>
            </a:r>
            <a:r>
              <a:rPr dirty="0" sz="3700" spc="-260">
                <a:solidFill>
                  <a:srgbClr val="3B3B3B"/>
                </a:solidFill>
                <a:latin typeface="Arial Black"/>
                <a:cs typeface="Arial Black"/>
              </a:rPr>
              <a:t> </a:t>
            </a:r>
            <a:r>
              <a:rPr dirty="0" sz="3700" spc="-790">
                <a:solidFill>
                  <a:srgbClr val="383838"/>
                </a:solidFill>
                <a:latin typeface="Arial Black"/>
                <a:cs typeface="Arial Black"/>
              </a:rPr>
              <a:t>compare</a:t>
            </a:r>
            <a:r>
              <a:rPr dirty="0" sz="3700" spc="55">
                <a:solidFill>
                  <a:srgbClr val="383838"/>
                </a:solidFill>
                <a:latin typeface="Arial Black"/>
                <a:cs typeface="Arial Black"/>
              </a:rPr>
              <a:t> </a:t>
            </a:r>
            <a:r>
              <a:rPr dirty="0" sz="3700" spc="-735">
                <a:solidFill>
                  <a:srgbClr val="313131"/>
                </a:solidFill>
                <a:latin typeface="Arial Black"/>
                <a:cs typeface="Arial Black"/>
              </a:rPr>
              <a:t>quantum</a:t>
            </a:r>
            <a:r>
              <a:rPr dirty="0" sz="3700" spc="-10">
                <a:solidFill>
                  <a:srgbClr val="313131"/>
                </a:solidFill>
                <a:latin typeface="Arial Black"/>
                <a:cs typeface="Arial Black"/>
              </a:rPr>
              <a:t> </a:t>
            </a:r>
            <a:r>
              <a:rPr dirty="0" sz="3700" spc="-795">
                <a:solidFill>
                  <a:srgbClr val="383838"/>
                </a:solidFill>
                <a:latin typeface="Arial Black"/>
                <a:cs typeface="Arial Black"/>
              </a:rPr>
              <a:t>machine</a:t>
            </a:r>
            <a:r>
              <a:rPr dirty="0" sz="3700" spc="-25">
                <a:solidFill>
                  <a:srgbClr val="383838"/>
                </a:solidFill>
                <a:latin typeface="Arial Black"/>
                <a:cs typeface="Arial Black"/>
              </a:rPr>
              <a:t> </a:t>
            </a:r>
            <a:r>
              <a:rPr dirty="0" sz="3700" spc="-645">
                <a:solidFill>
                  <a:srgbClr val="313131"/>
                </a:solidFill>
                <a:latin typeface="Arial Black"/>
                <a:cs typeface="Arial Black"/>
              </a:rPr>
              <a:t>learning</a:t>
            </a:r>
            <a:r>
              <a:rPr dirty="0" sz="3700" spc="-190">
                <a:solidFill>
                  <a:srgbClr val="313131"/>
                </a:solidFill>
                <a:latin typeface="Arial Black"/>
                <a:cs typeface="Arial Black"/>
              </a:rPr>
              <a:t> </a:t>
            </a:r>
            <a:r>
              <a:rPr dirty="0" sz="3700" spc="-770">
                <a:solidFill>
                  <a:srgbClr val="3D3D3D"/>
                </a:solidFill>
                <a:latin typeface="Arial Black"/>
                <a:cs typeface="Arial Black"/>
              </a:rPr>
              <a:t>and</a:t>
            </a:r>
            <a:r>
              <a:rPr dirty="0" sz="3700" spc="-200">
                <a:solidFill>
                  <a:srgbClr val="3D3D3D"/>
                </a:solidFill>
                <a:latin typeface="Arial Black"/>
                <a:cs typeface="Arial Black"/>
              </a:rPr>
              <a:t> </a:t>
            </a:r>
            <a:r>
              <a:rPr dirty="0" sz="3700" spc="-745">
                <a:solidFill>
                  <a:srgbClr val="3A3A3A"/>
                </a:solidFill>
                <a:latin typeface="Arial Black"/>
                <a:cs typeface="Arial Black"/>
              </a:rPr>
              <a:t>deep</a:t>
            </a:r>
            <a:r>
              <a:rPr dirty="0" sz="3700" spc="-150">
                <a:solidFill>
                  <a:srgbClr val="3A3A3A"/>
                </a:solidFill>
                <a:latin typeface="Arial Black"/>
                <a:cs typeface="Arial Black"/>
              </a:rPr>
              <a:t> </a:t>
            </a:r>
            <a:r>
              <a:rPr dirty="0" sz="3700" spc="-665">
                <a:solidFill>
                  <a:srgbClr val="333333"/>
                </a:solidFill>
                <a:latin typeface="Arial Black"/>
                <a:cs typeface="Arial Black"/>
              </a:rPr>
              <a:t>learning</a:t>
            </a:r>
            <a:r>
              <a:rPr dirty="0" sz="3700" spc="-25">
                <a:solidFill>
                  <a:srgbClr val="333333"/>
                </a:solidFill>
                <a:latin typeface="Arial Black"/>
                <a:cs typeface="Arial Black"/>
              </a:rPr>
              <a:t> </a:t>
            </a:r>
            <a:r>
              <a:rPr dirty="0" sz="3700" spc="-770">
                <a:solidFill>
                  <a:srgbClr val="313131"/>
                </a:solidFill>
                <a:latin typeface="Arial Black"/>
                <a:cs typeface="Arial Black"/>
              </a:rPr>
              <a:t>models</a:t>
            </a:r>
            <a:endParaRPr sz="3700">
              <a:latin typeface="Arial Black"/>
              <a:cs typeface="Arial Black"/>
            </a:endParaRPr>
          </a:p>
          <a:p>
            <a:pPr marL="321310" indent="-290195">
              <a:lnSpc>
                <a:spcPct val="100000"/>
              </a:lnSpc>
              <a:spcBef>
                <a:spcPts val="4235"/>
              </a:spcBef>
              <a:buClr>
                <a:srgbClr val="383838"/>
              </a:buClr>
              <a:buChar char="•"/>
              <a:tabLst>
                <a:tab pos="321310" algn="l"/>
              </a:tabLst>
            </a:pPr>
            <a:r>
              <a:rPr dirty="0" sz="3300" spc="-90">
                <a:solidFill>
                  <a:srgbClr val="3F3F3F"/>
                </a:solidFill>
                <a:latin typeface="Arial MT"/>
                <a:cs typeface="Arial MT"/>
              </a:rPr>
              <a:t>To</a:t>
            </a:r>
            <a:r>
              <a:rPr dirty="0" sz="3300" spc="-14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3300" spc="-50">
                <a:solidFill>
                  <a:srgbClr val="383838"/>
                </a:solidFill>
                <a:latin typeface="Arial MT"/>
                <a:cs typeface="Arial MT"/>
              </a:rPr>
              <a:t>evaluate</a:t>
            </a:r>
            <a:r>
              <a:rPr dirty="0" sz="3300" spc="-18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3300" spc="-45">
                <a:solidFill>
                  <a:srgbClr val="343434"/>
                </a:solidFill>
                <a:latin typeface="Arial MT"/>
                <a:cs typeface="Arial MT"/>
              </a:rPr>
              <a:t>models</a:t>
            </a:r>
            <a:r>
              <a:rPr dirty="0" sz="3300" spc="-18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dirty="0" sz="3300">
                <a:solidFill>
                  <a:srgbClr val="3A3A3A"/>
                </a:solidFill>
                <a:latin typeface="Arial MT"/>
                <a:cs typeface="Arial MT"/>
              </a:rPr>
              <a:t>under</a:t>
            </a:r>
            <a:r>
              <a:rPr dirty="0" sz="3300" spc="-140">
                <a:solidFill>
                  <a:srgbClr val="3A3A3A"/>
                </a:solidFill>
                <a:latin typeface="Arial MT"/>
                <a:cs typeface="Arial MT"/>
              </a:rPr>
              <a:t> </a:t>
            </a:r>
            <a:r>
              <a:rPr dirty="0" sz="3300" spc="-10">
                <a:solidFill>
                  <a:srgbClr val="3B3B3B"/>
                </a:solidFill>
                <a:latin typeface="Arial MT"/>
                <a:cs typeface="Arial MT"/>
              </a:rPr>
              <a:t>identical</a:t>
            </a:r>
            <a:r>
              <a:rPr dirty="0" sz="3300" spc="-185">
                <a:solidFill>
                  <a:srgbClr val="3B3B3B"/>
                </a:solidFill>
                <a:latin typeface="Arial MT"/>
                <a:cs typeface="Arial MT"/>
              </a:rPr>
              <a:t> </a:t>
            </a:r>
            <a:r>
              <a:rPr dirty="0" sz="3300" spc="-30">
                <a:solidFill>
                  <a:srgbClr val="2F2F2F"/>
                </a:solidFill>
                <a:latin typeface="Arial MT"/>
                <a:cs typeface="Arial MT"/>
              </a:rPr>
              <a:t>experimental</a:t>
            </a:r>
            <a:r>
              <a:rPr dirty="0" sz="3300" spc="-70">
                <a:solidFill>
                  <a:srgbClr val="2F2F2F"/>
                </a:solidFill>
                <a:latin typeface="Arial MT"/>
                <a:cs typeface="Arial MT"/>
              </a:rPr>
              <a:t> </a:t>
            </a:r>
            <a:r>
              <a:rPr dirty="0" sz="3300" spc="-10">
                <a:solidFill>
                  <a:srgbClr val="333333"/>
                </a:solidFill>
                <a:latin typeface="Arial MT"/>
                <a:cs typeface="Arial MT"/>
              </a:rPr>
              <a:t>conditions</a:t>
            </a:r>
            <a:endParaRPr sz="3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Arial Black"/>
              <a:buChar char="•"/>
            </a:pPr>
            <a:endParaRPr sz="3300">
              <a:latin typeface="Arial MT"/>
              <a:cs typeface="Arial MT"/>
            </a:endParaRPr>
          </a:p>
          <a:p>
            <a:pPr marL="319405" indent="-306705">
              <a:lnSpc>
                <a:spcPct val="100000"/>
              </a:lnSpc>
              <a:buClr>
                <a:srgbClr val="424242"/>
              </a:buClr>
              <a:buChar char="•"/>
              <a:tabLst>
                <a:tab pos="319405" algn="l"/>
              </a:tabLst>
            </a:pPr>
            <a:r>
              <a:rPr dirty="0" sz="3650" spc="-815">
                <a:solidFill>
                  <a:srgbClr val="3F3F3F"/>
                </a:solidFill>
                <a:latin typeface="Arial Black"/>
                <a:cs typeface="Arial Black"/>
              </a:rPr>
              <a:t>To</a:t>
            </a:r>
            <a:r>
              <a:rPr dirty="0" sz="3650" spc="-190">
                <a:solidFill>
                  <a:srgbClr val="3F3F3F"/>
                </a:solidFill>
                <a:latin typeface="Arial Black"/>
                <a:cs typeface="Arial Black"/>
              </a:rPr>
              <a:t> </a:t>
            </a:r>
            <a:r>
              <a:rPr dirty="0" sz="3650" spc="-509">
                <a:solidFill>
                  <a:srgbClr val="363636"/>
                </a:solidFill>
                <a:latin typeface="Arial Black"/>
                <a:cs typeface="Arial Black"/>
              </a:rPr>
              <a:t>a</a:t>
            </a:r>
            <a:r>
              <a:rPr dirty="0" baseline="1522" sz="5475" spc="-765">
                <a:solidFill>
                  <a:srgbClr val="363636"/>
                </a:solidFill>
                <a:latin typeface="Arial Black"/>
                <a:cs typeface="Arial Black"/>
              </a:rPr>
              <a:t>n</a:t>
            </a:r>
            <a:r>
              <a:rPr dirty="0" sz="3650" spc="-509">
                <a:solidFill>
                  <a:srgbClr val="363636"/>
                </a:solidFill>
                <a:latin typeface="Arial Black"/>
                <a:cs typeface="Arial Black"/>
              </a:rPr>
              <a:t>aly</a:t>
            </a:r>
            <a:r>
              <a:rPr dirty="0" sz="3650" spc="-570">
                <a:solidFill>
                  <a:srgbClr val="363636"/>
                </a:solidFill>
                <a:latin typeface="Arial Black"/>
                <a:cs typeface="Arial Black"/>
              </a:rPr>
              <a:t>z</a:t>
            </a:r>
            <a:r>
              <a:rPr dirty="0" sz="3650" spc="-2900">
                <a:solidFill>
                  <a:srgbClr val="343434"/>
                </a:solidFill>
                <a:latin typeface="Arial Black"/>
                <a:cs typeface="Arial Black"/>
              </a:rPr>
              <a:t>p</a:t>
            </a:r>
            <a:r>
              <a:rPr dirty="0" sz="3650" spc="-1135">
                <a:solidFill>
                  <a:srgbClr val="363636"/>
                </a:solidFill>
                <a:latin typeface="Arial Black"/>
                <a:cs typeface="Arial Black"/>
              </a:rPr>
              <a:t>e</a:t>
            </a:r>
            <a:r>
              <a:rPr dirty="0" sz="3650" spc="-509">
                <a:solidFill>
                  <a:srgbClr val="343434"/>
                </a:solidFill>
                <a:latin typeface="Arial Black"/>
                <a:cs typeface="Arial Black"/>
              </a:rPr>
              <a:t>erformanc</a:t>
            </a:r>
            <a:r>
              <a:rPr dirty="0" sz="3650" spc="-500">
                <a:solidFill>
                  <a:srgbClr val="343434"/>
                </a:solidFill>
                <a:latin typeface="Arial Black"/>
                <a:cs typeface="Arial Black"/>
              </a:rPr>
              <a:t>e</a:t>
            </a:r>
            <a:r>
              <a:rPr dirty="0" sz="3650" spc="295">
                <a:solidFill>
                  <a:srgbClr val="343434"/>
                </a:solidFill>
                <a:latin typeface="Arial Black"/>
                <a:cs typeface="Arial Black"/>
              </a:rPr>
              <a:t> </a:t>
            </a:r>
            <a:r>
              <a:rPr dirty="0" sz="3650" spc="-695">
                <a:solidFill>
                  <a:srgbClr val="3A3A3A"/>
                </a:solidFill>
                <a:latin typeface="Arial Black"/>
                <a:cs typeface="Arial Black"/>
              </a:rPr>
              <a:t>using</a:t>
            </a:r>
            <a:r>
              <a:rPr dirty="0" sz="3650" spc="-280">
                <a:solidFill>
                  <a:srgbClr val="3A3A3A"/>
                </a:solidFill>
                <a:latin typeface="Arial Black"/>
                <a:cs typeface="Arial Black"/>
              </a:rPr>
              <a:t> </a:t>
            </a:r>
            <a:r>
              <a:rPr dirty="0" sz="3650" spc="-515">
                <a:solidFill>
                  <a:srgbClr val="313131"/>
                </a:solidFill>
                <a:latin typeface="Arial Black"/>
                <a:cs typeface="Arial Black"/>
              </a:rPr>
              <a:t>acc</a:t>
            </a:r>
            <a:r>
              <a:rPr dirty="0" sz="3650" spc="-470">
                <a:solidFill>
                  <a:srgbClr val="313131"/>
                </a:solidFill>
                <a:latin typeface="Arial Black"/>
                <a:cs typeface="Arial Black"/>
              </a:rPr>
              <a:t>u</a:t>
            </a:r>
            <a:r>
              <a:rPr dirty="0" baseline="1522" sz="5475" spc="-757">
                <a:solidFill>
                  <a:srgbClr val="313131"/>
                </a:solidFill>
                <a:latin typeface="Arial Black"/>
                <a:cs typeface="Arial Black"/>
              </a:rPr>
              <a:t>r</a:t>
            </a:r>
            <a:r>
              <a:rPr dirty="0" sz="3650" spc="-505">
                <a:solidFill>
                  <a:srgbClr val="313131"/>
                </a:solidFill>
                <a:latin typeface="Arial Black"/>
                <a:cs typeface="Arial Black"/>
              </a:rPr>
              <a:t>ac</a:t>
            </a:r>
            <a:r>
              <a:rPr dirty="0" sz="3650" spc="-1610">
                <a:solidFill>
                  <a:srgbClr val="313131"/>
                </a:solidFill>
                <a:latin typeface="Arial Black"/>
                <a:cs typeface="Arial Black"/>
              </a:rPr>
              <a:t>y</a:t>
            </a:r>
            <a:r>
              <a:rPr dirty="0" sz="3650" spc="-1655">
                <a:solidFill>
                  <a:srgbClr val="383838"/>
                </a:solidFill>
                <a:latin typeface="Arial Black"/>
                <a:cs typeface="Arial Black"/>
              </a:rPr>
              <a:t>p</a:t>
            </a:r>
            <a:r>
              <a:rPr dirty="0" sz="3650" spc="-780">
                <a:solidFill>
                  <a:srgbClr val="313131"/>
                </a:solidFill>
                <a:latin typeface="Arial Black"/>
                <a:cs typeface="Arial Black"/>
              </a:rPr>
              <a:t>,</a:t>
            </a:r>
            <a:r>
              <a:rPr dirty="0" sz="3650" spc="-505">
                <a:solidFill>
                  <a:srgbClr val="383838"/>
                </a:solidFill>
                <a:latin typeface="Arial Black"/>
                <a:cs typeface="Arial Black"/>
              </a:rPr>
              <a:t>recision,</a:t>
            </a:r>
            <a:r>
              <a:rPr dirty="0" sz="3650" spc="60">
                <a:solidFill>
                  <a:srgbClr val="383838"/>
                </a:solidFill>
                <a:latin typeface="Arial Black"/>
                <a:cs typeface="Arial Black"/>
              </a:rPr>
              <a:t> </a:t>
            </a:r>
            <a:r>
              <a:rPr dirty="0" sz="3650" spc="-630">
                <a:solidFill>
                  <a:srgbClr val="313131"/>
                </a:solidFill>
                <a:latin typeface="Arial Black"/>
                <a:cs typeface="Arial Black"/>
              </a:rPr>
              <a:t>recall,</a:t>
            </a:r>
            <a:r>
              <a:rPr dirty="0" sz="3650" spc="-15">
                <a:solidFill>
                  <a:srgbClr val="313131"/>
                </a:solidFill>
                <a:latin typeface="Arial Black"/>
                <a:cs typeface="Arial Black"/>
              </a:rPr>
              <a:t> </a:t>
            </a:r>
            <a:r>
              <a:rPr dirty="0" sz="3650" spc="-785">
                <a:solidFill>
                  <a:srgbClr val="3B3B3B"/>
                </a:solidFill>
                <a:latin typeface="Arial Black"/>
                <a:cs typeface="Arial Black"/>
              </a:rPr>
              <a:t>and</a:t>
            </a:r>
            <a:r>
              <a:rPr dirty="0" sz="3650" spc="-170">
                <a:solidFill>
                  <a:srgbClr val="3B3B3B"/>
                </a:solidFill>
                <a:latin typeface="Arial Black"/>
                <a:cs typeface="Arial Black"/>
              </a:rPr>
              <a:t> </a:t>
            </a:r>
            <a:r>
              <a:rPr dirty="0" sz="3650" spc="-655">
                <a:solidFill>
                  <a:srgbClr val="3A3A3A"/>
                </a:solidFill>
                <a:latin typeface="Arial Black"/>
                <a:cs typeface="Arial Black"/>
              </a:rPr>
              <a:t>F1-</a:t>
            </a:r>
            <a:r>
              <a:rPr dirty="0" sz="3650" spc="-730">
                <a:solidFill>
                  <a:srgbClr val="3A3A3A"/>
                </a:solidFill>
                <a:latin typeface="Arial Black"/>
                <a:cs typeface="Arial Black"/>
              </a:rPr>
              <a:t>score</a:t>
            </a:r>
            <a:endParaRPr sz="3650">
              <a:latin typeface="Arial Black"/>
              <a:cs typeface="Arial Black"/>
            </a:endParaRPr>
          </a:p>
          <a:p>
            <a:pPr marL="320675" indent="-290830">
              <a:lnSpc>
                <a:spcPct val="100000"/>
              </a:lnSpc>
              <a:spcBef>
                <a:spcPts val="4015"/>
              </a:spcBef>
              <a:buClr>
                <a:srgbClr val="3B3B3B"/>
              </a:buClr>
              <a:buChar char="•"/>
              <a:tabLst>
                <a:tab pos="320675" algn="l"/>
              </a:tabLst>
            </a:pPr>
            <a:r>
              <a:rPr dirty="0" sz="3500" spc="-290">
                <a:solidFill>
                  <a:srgbClr val="3F3F3F"/>
                </a:solidFill>
                <a:latin typeface="Arial MT"/>
                <a:cs typeface="Arial MT"/>
              </a:rPr>
              <a:t>To</a:t>
            </a:r>
            <a:r>
              <a:rPr dirty="0" sz="3500" spc="-6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3500" spc="-40">
                <a:solidFill>
                  <a:srgbClr val="363636"/>
                </a:solidFill>
                <a:latin typeface="Arial MT"/>
                <a:cs typeface="Arial MT"/>
              </a:rPr>
              <a:t>identify</a:t>
            </a:r>
            <a:r>
              <a:rPr dirty="0" sz="3500" spc="-204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dirty="0" sz="3500" spc="-50">
                <a:solidFill>
                  <a:srgbClr val="3D3D3D"/>
                </a:solidFill>
                <a:latin typeface="Arial MT"/>
                <a:cs typeface="Arial MT"/>
              </a:rPr>
              <a:t>the</a:t>
            </a:r>
            <a:r>
              <a:rPr dirty="0" sz="3500" spc="-195">
                <a:solidFill>
                  <a:srgbClr val="3D3D3D"/>
                </a:solidFill>
                <a:latin typeface="Arial MT"/>
                <a:cs typeface="Arial MT"/>
              </a:rPr>
              <a:t> </a:t>
            </a:r>
            <a:r>
              <a:rPr dirty="0" sz="3500" spc="-125">
                <a:solidFill>
                  <a:srgbClr val="333333"/>
                </a:solidFill>
                <a:latin typeface="Arial MT"/>
                <a:cs typeface="Arial MT"/>
              </a:rPr>
              <a:t>most</a:t>
            </a:r>
            <a:r>
              <a:rPr dirty="0" sz="3500" spc="-12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3500" spc="-80">
                <a:solidFill>
                  <a:srgbClr val="363636"/>
                </a:solidFill>
                <a:latin typeface="Arial MT"/>
                <a:cs typeface="Arial MT"/>
              </a:rPr>
              <a:t>effective</a:t>
            </a:r>
            <a:r>
              <a:rPr dirty="0" sz="3500" spc="-12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dirty="0" sz="3500" spc="-135">
                <a:solidFill>
                  <a:srgbClr val="3D3D3D"/>
                </a:solidFill>
                <a:latin typeface="Arial MT"/>
                <a:cs typeface="Arial MT"/>
              </a:rPr>
              <a:t>model</a:t>
            </a:r>
            <a:r>
              <a:rPr dirty="0" sz="3500" spc="-100">
                <a:solidFill>
                  <a:srgbClr val="3D3D3D"/>
                </a:solidFill>
                <a:latin typeface="Arial MT"/>
                <a:cs typeface="Arial MT"/>
              </a:rPr>
              <a:t> </a:t>
            </a:r>
            <a:r>
              <a:rPr dirty="0" sz="3500">
                <a:solidFill>
                  <a:srgbClr val="3D3D3D"/>
                </a:solidFill>
                <a:latin typeface="Arial MT"/>
                <a:cs typeface="Arial MT"/>
              </a:rPr>
              <a:t>for</a:t>
            </a:r>
            <a:r>
              <a:rPr dirty="0" sz="3500" spc="-100">
                <a:solidFill>
                  <a:srgbClr val="3D3D3D"/>
                </a:solidFill>
                <a:latin typeface="Arial MT"/>
                <a:cs typeface="Arial MT"/>
              </a:rPr>
              <a:t> </a:t>
            </a:r>
            <a:r>
              <a:rPr dirty="0" sz="3500" spc="-200">
                <a:solidFill>
                  <a:srgbClr val="3B3B3B"/>
                </a:solidFill>
                <a:latin typeface="Arial MT"/>
                <a:cs typeface="Arial MT"/>
              </a:rPr>
              <a:t>skin</a:t>
            </a:r>
            <a:r>
              <a:rPr dirty="0" sz="3500" spc="-40">
                <a:solidFill>
                  <a:srgbClr val="3B3B3B"/>
                </a:solidFill>
                <a:latin typeface="Arial MT"/>
                <a:cs typeface="Arial MT"/>
              </a:rPr>
              <a:t> </a:t>
            </a:r>
            <a:r>
              <a:rPr dirty="0" sz="3500" spc="-155">
                <a:solidFill>
                  <a:srgbClr val="363636"/>
                </a:solidFill>
                <a:latin typeface="Arial MT"/>
                <a:cs typeface="Arial MT"/>
              </a:rPr>
              <a:t>lesion</a:t>
            </a:r>
            <a:r>
              <a:rPr dirty="0" sz="3500" spc="-8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dirty="0" sz="3500" spc="-40">
                <a:solidFill>
                  <a:srgbClr val="3A3A3A"/>
                </a:solidFill>
                <a:latin typeface="Arial MT"/>
                <a:cs typeface="Arial MT"/>
              </a:rPr>
              <a:t>classification</a:t>
            </a:r>
            <a:endParaRPr sz="35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45"/>
              </a:spcBef>
              <a:buFont typeface="Arial Black"/>
              <a:buChar char="•"/>
            </a:pPr>
            <a:endParaRPr sz="3500">
              <a:latin typeface="Arial MT"/>
              <a:cs typeface="Arial MT"/>
            </a:endParaRPr>
          </a:p>
          <a:p>
            <a:pPr marL="320040" indent="-288925">
              <a:lnSpc>
                <a:spcPct val="100000"/>
              </a:lnSpc>
              <a:spcBef>
                <a:spcPts val="5"/>
              </a:spcBef>
              <a:buClr>
                <a:srgbClr val="383838"/>
              </a:buClr>
              <a:buChar char="•"/>
              <a:tabLst>
                <a:tab pos="320040" algn="l"/>
              </a:tabLst>
            </a:pPr>
            <a:r>
              <a:rPr dirty="0" sz="3300" spc="-75">
                <a:solidFill>
                  <a:srgbClr val="3B3B3B"/>
                </a:solidFill>
                <a:latin typeface="Arial MT"/>
                <a:cs typeface="Arial MT"/>
              </a:rPr>
              <a:t>To </a:t>
            </a:r>
            <a:r>
              <a:rPr dirty="0" sz="3300" spc="-10">
                <a:solidFill>
                  <a:srgbClr val="383838"/>
                </a:solidFill>
                <a:latin typeface="Arial MT"/>
                <a:cs typeface="Arial MT"/>
              </a:rPr>
              <a:t>study</a:t>
            </a:r>
            <a:r>
              <a:rPr dirty="0" sz="3300" spc="-8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3300">
                <a:solidFill>
                  <a:srgbClr val="3F3F3F"/>
                </a:solidFill>
                <a:latin typeface="Arial MT"/>
                <a:cs typeface="Arial MT"/>
              </a:rPr>
              <a:t>the</a:t>
            </a:r>
            <a:r>
              <a:rPr dirty="0" sz="3300" spc="-7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3300">
                <a:solidFill>
                  <a:srgbClr val="383838"/>
                </a:solidFill>
                <a:latin typeface="Arial MT"/>
                <a:cs typeface="Arial MT"/>
              </a:rPr>
              <a:t>limitations</a:t>
            </a:r>
            <a:r>
              <a:rPr dirty="0" sz="3300" spc="-1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3300">
                <a:solidFill>
                  <a:srgbClr val="3F3F3F"/>
                </a:solidFill>
                <a:latin typeface="Arial MT"/>
                <a:cs typeface="Arial MT"/>
              </a:rPr>
              <a:t>of</a:t>
            </a:r>
            <a:r>
              <a:rPr dirty="0" sz="3300" spc="-10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3300">
                <a:solidFill>
                  <a:srgbClr val="383838"/>
                </a:solidFill>
                <a:latin typeface="Arial MT"/>
                <a:cs typeface="Arial MT"/>
              </a:rPr>
              <a:t>qua</a:t>
            </a:r>
            <a:r>
              <a:rPr dirty="0" baseline="1683" sz="4950">
                <a:solidFill>
                  <a:srgbClr val="383838"/>
                </a:solidFill>
                <a:latin typeface="Arial MT"/>
                <a:cs typeface="Arial MT"/>
              </a:rPr>
              <a:t>n</a:t>
            </a:r>
            <a:r>
              <a:rPr dirty="0" sz="3300">
                <a:solidFill>
                  <a:srgbClr val="383838"/>
                </a:solidFill>
                <a:latin typeface="Arial MT"/>
                <a:cs typeface="Arial MT"/>
              </a:rPr>
              <a:t>tum</a:t>
            </a:r>
            <a:r>
              <a:rPr dirty="0" sz="3300" spc="19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3300" spc="-65">
                <a:solidFill>
                  <a:srgbClr val="3A3A3A"/>
                </a:solidFill>
                <a:latin typeface="Arial MT"/>
                <a:cs typeface="Arial MT"/>
              </a:rPr>
              <a:t>models </a:t>
            </a:r>
            <a:r>
              <a:rPr dirty="0" sz="3300">
                <a:solidFill>
                  <a:srgbClr val="3A3A3A"/>
                </a:solidFill>
                <a:latin typeface="Arial MT"/>
                <a:cs typeface="Arial MT"/>
              </a:rPr>
              <a:t>in</a:t>
            </a:r>
            <a:r>
              <a:rPr dirty="0" sz="3300" spc="-110">
                <a:solidFill>
                  <a:srgbClr val="3A3A3A"/>
                </a:solidFill>
                <a:latin typeface="Arial MT"/>
                <a:cs typeface="Arial MT"/>
              </a:rPr>
              <a:t> </a:t>
            </a:r>
            <a:r>
              <a:rPr dirty="0" sz="3300" spc="-25">
                <a:solidFill>
                  <a:srgbClr val="333333"/>
                </a:solidFill>
                <a:latin typeface="Arial MT"/>
                <a:cs typeface="Arial MT"/>
              </a:rPr>
              <a:t>real-</a:t>
            </a:r>
            <a:r>
              <a:rPr dirty="0" sz="3300">
                <a:solidFill>
                  <a:srgbClr val="333333"/>
                </a:solidFill>
                <a:latin typeface="Arial MT"/>
                <a:cs typeface="Arial MT"/>
              </a:rPr>
              <a:t>world</a:t>
            </a:r>
            <a:r>
              <a:rPr dirty="0" sz="3300" spc="7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3300" spc="-10">
                <a:solidFill>
                  <a:srgbClr val="383838"/>
                </a:solidFill>
                <a:latin typeface="Arial MT"/>
                <a:cs typeface="Arial MT"/>
              </a:rPr>
              <a:t>scenarios</a:t>
            </a:r>
            <a:endParaRPr sz="33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338154" y="10056373"/>
            <a:ext cx="19439890" cy="866140"/>
          </a:xfrm>
          <a:custGeom>
            <a:avLst/>
            <a:gdLst/>
            <a:ahLst/>
            <a:cxnLst/>
            <a:rect l="l" t="t" r="r" b="b"/>
            <a:pathLst>
              <a:path w="19439890" h="866140">
                <a:moveTo>
                  <a:pt x="19439867" y="865540"/>
                </a:moveTo>
                <a:lnTo>
                  <a:pt x="0" y="865540"/>
                </a:lnTo>
                <a:lnTo>
                  <a:pt x="0" y="0"/>
                </a:lnTo>
                <a:lnTo>
                  <a:pt x="19439867" y="0"/>
                </a:lnTo>
                <a:lnTo>
                  <a:pt x="19439867" y="8655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4608" rIns="0" bIns="0" rtlCol="0" vert="horz">
            <a:spAutoFit/>
          </a:bodyPr>
          <a:lstStyle/>
          <a:p>
            <a:pPr marL="165100">
              <a:lnSpc>
                <a:spcPct val="100000"/>
              </a:lnSpc>
              <a:spcBef>
                <a:spcPts val="114"/>
              </a:spcBef>
            </a:pPr>
            <a:r>
              <a:rPr dirty="0" baseline="1194" sz="6975" spc="-1147"/>
              <a:t>LITERA</a:t>
            </a:r>
            <a:r>
              <a:rPr dirty="0" baseline="1194" sz="6975" spc="-1035"/>
              <a:t>T</a:t>
            </a:r>
            <a:r>
              <a:rPr dirty="0" sz="4650" spc="-745"/>
              <a:t>U</a:t>
            </a:r>
            <a:r>
              <a:rPr dirty="0" baseline="1194" sz="6975" spc="-1147"/>
              <a:t>R</a:t>
            </a:r>
            <a:r>
              <a:rPr dirty="0" baseline="1194" sz="6975" spc="-3300"/>
              <a:t>E</a:t>
            </a:r>
            <a:r>
              <a:rPr dirty="0" baseline="1194" sz="6975" spc="-1132"/>
              <a:t>REVIEW</a:t>
            </a:r>
            <a:endParaRPr baseline="1194" sz="6975"/>
          </a:p>
        </p:txBody>
      </p:sp>
      <p:sp>
        <p:nvSpPr>
          <p:cNvPr id="5" name="object 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585"/>
              </a:lnSpc>
            </a:pPr>
            <a:r>
              <a:rPr dirty="0" spc="-20"/>
              <a:t>ICITIIT</a:t>
            </a:r>
            <a:r>
              <a:rPr dirty="0" spc="-5"/>
              <a:t> </a:t>
            </a:r>
            <a:r>
              <a:rPr dirty="0" spc="-40"/>
              <a:t>2026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666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9"/>
              </a:spcBef>
            </a:pPr>
            <a:r>
              <a:rPr dirty="0">
                <a:solidFill>
                  <a:srgbClr val="008952"/>
                </a:solidFill>
              </a:rPr>
              <a:t>›</a:t>
            </a:r>
            <a:r>
              <a:rPr dirty="0" spc="210">
                <a:solidFill>
                  <a:srgbClr val="008952"/>
                </a:solidFill>
              </a:rPr>
              <a:t> </a:t>
            </a:r>
            <a:r>
              <a:rPr dirty="0" spc="-210"/>
              <a:t>Scanned</a:t>
            </a:r>
            <a:r>
              <a:rPr dirty="0" spc="30"/>
              <a:t> </a:t>
            </a:r>
            <a:r>
              <a:rPr dirty="0" spc="-195"/>
              <a:t>with</a:t>
            </a:r>
            <a:r>
              <a:rPr dirty="0" spc="-80"/>
              <a:t> </a:t>
            </a:r>
            <a:r>
              <a:rPr dirty="0" spc="-260">
                <a:solidFill>
                  <a:srgbClr val="131313"/>
                </a:solidFill>
              </a:rPr>
              <a:t>OKEN</a:t>
            </a:r>
            <a:r>
              <a:rPr dirty="0" spc="-20">
                <a:solidFill>
                  <a:srgbClr val="131313"/>
                </a:solidFill>
              </a:rPr>
              <a:t> </a:t>
            </a:r>
            <a:r>
              <a:rPr dirty="0" spc="-190">
                <a:solidFill>
                  <a:srgbClr val="161616"/>
                </a:solidFill>
              </a:rPr>
              <a:t>Scanner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3145922" y="2555517"/>
            <a:ext cx="11137265" cy="684847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27660" indent="-314960">
              <a:lnSpc>
                <a:spcPct val="100000"/>
              </a:lnSpc>
              <a:spcBef>
                <a:spcPts val="90"/>
              </a:spcBef>
              <a:buChar char="•"/>
              <a:tabLst>
                <a:tab pos="327660" algn="l"/>
              </a:tabLst>
            </a:pPr>
            <a:r>
              <a:rPr dirty="0" sz="3750" spc="-815">
                <a:solidFill>
                  <a:srgbClr val="383838"/>
                </a:solidFill>
                <a:latin typeface="Arial Black"/>
                <a:cs typeface="Arial Black"/>
              </a:rPr>
              <a:t>Deep</a:t>
            </a:r>
            <a:r>
              <a:rPr dirty="0" sz="3750" spc="-195">
                <a:solidFill>
                  <a:srgbClr val="383838"/>
                </a:solidFill>
                <a:latin typeface="Arial Black"/>
                <a:cs typeface="Arial Black"/>
              </a:rPr>
              <a:t> </a:t>
            </a:r>
            <a:r>
              <a:rPr dirty="0" sz="3750" spc="-695">
                <a:solidFill>
                  <a:srgbClr val="363636"/>
                </a:solidFill>
                <a:latin typeface="Arial Black"/>
                <a:cs typeface="Arial Black"/>
              </a:rPr>
              <a:t>learning</a:t>
            </a:r>
            <a:r>
              <a:rPr dirty="0" sz="3750" spc="-140">
                <a:solidFill>
                  <a:srgbClr val="363636"/>
                </a:solidFill>
                <a:latin typeface="Arial Black"/>
                <a:cs typeface="Arial Black"/>
              </a:rPr>
              <a:t> </a:t>
            </a:r>
            <a:r>
              <a:rPr dirty="0" sz="3750" spc="-819">
                <a:solidFill>
                  <a:srgbClr val="383838"/>
                </a:solidFill>
                <a:latin typeface="Arial Black"/>
                <a:cs typeface="Arial Black"/>
              </a:rPr>
              <a:t>models</a:t>
            </a:r>
            <a:r>
              <a:rPr dirty="0" sz="3750" spc="-20">
                <a:solidFill>
                  <a:srgbClr val="383838"/>
                </a:solidFill>
                <a:latin typeface="Arial Black"/>
                <a:cs typeface="Arial Black"/>
              </a:rPr>
              <a:t> </a:t>
            </a:r>
            <a:r>
              <a:rPr dirty="0" sz="3750" spc="-735">
                <a:solidFill>
                  <a:srgbClr val="343434"/>
                </a:solidFill>
                <a:latin typeface="Arial Black"/>
                <a:cs typeface="Arial Black"/>
              </a:rPr>
              <a:t>improve</a:t>
            </a:r>
            <a:r>
              <a:rPr dirty="0" sz="3750" spc="35">
                <a:solidFill>
                  <a:srgbClr val="343434"/>
                </a:solidFill>
                <a:latin typeface="Arial Black"/>
                <a:cs typeface="Arial Black"/>
              </a:rPr>
              <a:t> </a:t>
            </a:r>
            <a:r>
              <a:rPr dirty="0" sz="3750" spc="-735">
                <a:solidFill>
                  <a:srgbClr val="363636"/>
                </a:solidFill>
                <a:latin typeface="Arial Black"/>
                <a:cs typeface="Arial Black"/>
              </a:rPr>
              <a:t>medica</a:t>
            </a:r>
            <a:r>
              <a:rPr dirty="0" baseline="1481" sz="5625" spc="-1102">
                <a:solidFill>
                  <a:srgbClr val="363636"/>
                </a:solidFill>
                <a:latin typeface="Arial Black"/>
                <a:cs typeface="Arial Black"/>
              </a:rPr>
              <a:t>l</a:t>
            </a:r>
            <a:r>
              <a:rPr dirty="0" sz="3750" spc="-735">
                <a:solidFill>
                  <a:srgbClr val="363636"/>
                </a:solidFill>
                <a:latin typeface="Arial Black"/>
                <a:cs typeface="Arial Black"/>
              </a:rPr>
              <a:t>image</a:t>
            </a:r>
            <a:r>
              <a:rPr dirty="0" sz="3750" spc="-75">
                <a:solidFill>
                  <a:srgbClr val="363636"/>
                </a:solidFill>
                <a:latin typeface="Arial Black"/>
                <a:cs typeface="Arial Black"/>
              </a:rPr>
              <a:t> </a:t>
            </a:r>
            <a:r>
              <a:rPr dirty="0" sz="3750" spc="-645">
                <a:solidFill>
                  <a:srgbClr val="383838"/>
                </a:solidFill>
                <a:latin typeface="Arial Black"/>
                <a:cs typeface="Arial Black"/>
              </a:rPr>
              <a:t>c</a:t>
            </a:r>
            <a:r>
              <a:rPr dirty="0" baseline="1481" sz="5625" spc="-967">
                <a:solidFill>
                  <a:srgbClr val="383838"/>
                </a:solidFill>
                <a:latin typeface="Arial Black"/>
                <a:cs typeface="Arial Black"/>
              </a:rPr>
              <a:t>l</a:t>
            </a:r>
            <a:r>
              <a:rPr dirty="0" sz="3750" spc="-645">
                <a:solidFill>
                  <a:srgbClr val="383838"/>
                </a:solidFill>
                <a:latin typeface="Arial Black"/>
                <a:cs typeface="Arial Black"/>
              </a:rPr>
              <a:t>assificatio</a:t>
            </a:r>
            <a:r>
              <a:rPr dirty="0" baseline="1481" sz="5625" spc="-967">
                <a:solidFill>
                  <a:srgbClr val="383838"/>
                </a:solidFill>
                <a:latin typeface="Arial Black"/>
                <a:cs typeface="Arial Black"/>
              </a:rPr>
              <a:t>n</a:t>
            </a:r>
            <a:endParaRPr baseline="1481" sz="5625">
              <a:latin typeface="Arial Black"/>
              <a:cs typeface="Arial Black"/>
            </a:endParaRPr>
          </a:p>
          <a:p>
            <a:pPr marL="333375" indent="-318770">
              <a:lnSpc>
                <a:spcPct val="100000"/>
              </a:lnSpc>
              <a:spcBef>
                <a:spcPts val="3990"/>
              </a:spcBef>
              <a:buClr>
                <a:srgbClr val="3F3F3F"/>
              </a:buClr>
              <a:buChar char="•"/>
              <a:tabLst>
                <a:tab pos="333375" algn="l"/>
              </a:tabLst>
            </a:pPr>
            <a:r>
              <a:rPr dirty="0" sz="3500" spc="-835">
                <a:solidFill>
                  <a:srgbClr val="363636"/>
                </a:solidFill>
                <a:latin typeface="Arial Black"/>
                <a:cs typeface="Arial Black"/>
              </a:rPr>
              <a:t>CNNs</a:t>
            </a:r>
            <a:r>
              <a:rPr dirty="0" sz="3500" spc="25">
                <a:solidFill>
                  <a:srgbClr val="363636"/>
                </a:solidFill>
                <a:latin typeface="Arial Black"/>
                <a:cs typeface="Arial Black"/>
              </a:rPr>
              <a:t> </a:t>
            </a:r>
            <a:r>
              <a:rPr dirty="0" sz="3500" spc="-540">
                <a:solidFill>
                  <a:srgbClr val="343434"/>
                </a:solidFill>
                <a:latin typeface="Arial Black"/>
                <a:cs typeface="Arial Black"/>
              </a:rPr>
              <a:t>effectively</a:t>
            </a:r>
            <a:r>
              <a:rPr dirty="0" sz="3500" spc="-20">
                <a:solidFill>
                  <a:srgbClr val="343434"/>
                </a:solidFill>
                <a:latin typeface="Arial Black"/>
                <a:cs typeface="Arial Black"/>
              </a:rPr>
              <a:t> </a:t>
            </a:r>
            <a:r>
              <a:rPr dirty="0" sz="3500" spc="-625">
                <a:solidFill>
                  <a:srgbClr val="383838"/>
                </a:solidFill>
                <a:latin typeface="Arial Black"/>
                <a:cs typeface="Arial Black"/>
              </a:rPr>
              <a:t>extract</a:t>
            </a:r>
            <a:r>
              <a:rPr dirty="0" sz="3500" spc="-70">
                <a:solidFill>
                  <a:srgbClr val="383838"/>
                </a:solidFill>
                <a:latin typeface="Arial Black"/>
                <a:cs typeface="Arial Black"/>
              </a:rPr>
              <a:t> </a:t>
            </a:r>
            <a:r>
              <a:rPr dirty="0" sz="3500" spc="-330">
                <a:solidFill>
                  <a:srgbClr val="333333"/>
                </a:solidFill>
                <a:latin typeface="Arial Black"/>
                <a:cs typeface="Arial Black"/>
              </a:rPr>
              <a:t>imp</a:t>
            </a:r>
            <a:r>
              <a:rPr dirty="0" sz="3500" spc="-240">
                <a:solidFill>
                  <a:srgbClr val="333333"/>
                </a:solidFill>
                <a:latin typeface="Arial Black"/>
                <a:cs typeface="Arial Black"/>
              </a:rPr>
              <a:t>o</a:t>
            </a:r>
            <a:r>
              <a:rPr dirty="0" baseline="1587" sz="5250" spc="-465">
                <a:solidFill>
                  <a:srgbClr val="333333"/>
                </a:solidFill>
                <a:latin typeface="Arial Black"/>
                <a:cs typeface="Arial Black"/>
              </a:rPr>
              <a:t>r</a:t>
            </a:r>
            <a:r>
              <a:rPr dirty="0" sz="3500" spc="-330">
                <a:solidFill>
                  <a:srgbClr val="333333"/>
                </a:solidFill>
                <a:latin typeface="Arial Black"/>
                <a:cs typeface="Arial Black"/>
              </a:rPr>
              <a:t>tan</a:t>
            </a:r>
            <a:r>
              <a:rPr dirty="0" sz="3500" spc="-1555">
                <a:solidFill>
                  <a:srgbClr val="333333"/>
                </a:solidFill>
                <a:latin typeface="Arial Black"/>
                <a:cs typeface="Arial Black"/>
              </a:rPr>
              <a:t>t</a:t>
            </a:r>
            <a:r>
              <a:rPr dirty="0" sz="3500" spc="-330">
                <a:solidFill>
                  <a:srgbClr val="3A3A3A"/>
                </a:solidFill>
                <a:latin typeface="Arial Black"/>
                <a:cs typeface="Arial Black"/>
              </a:rPr>
              <a:t>feat</a:t>
            </a:r>
            <a:r>
              <a:rPr dirty="0" sz="3500" spc="-254">
                <a:solidFill>
                  <a:srgbClr val="3A3A3A"/>
                </a:solidFill>
                <a:latin typeface="Arial Black"/>
                <a:cs typeface="Arial Black"/>
              </a:rPr>
              <a:t>u</a:t>
            </a:r>
            <a:r>
              <a:rPr dirty="0" baseline="1587" sz="5250" spc="-472">
                <a:solidFill>
                  <a:srgbClr val="3A3A3A"/>
                </a:solidFill>
                <a:latin typeface="Arial Black"/>
                <a:cs typeface="Arial Black"/>
              </a:rPr>
              <a:t>r</a:t>
            </a:r>
            <a:r>
              <a:rPr dirty="0" sz="3500" spc="-330">
                <a:solidFill>
                  <a:srgbClr val="3A3A3A"/>
                </a:solidFill>
                <a:latin typeface="Arial Black"/>
                <a:cs typeface="Arial Black"/>
              </a:rPr>
              <a:t>es</a:t>
            </a:r>
            <a:endParaRPr sz="3500">
              <a:latin typeface="Arial Black"/>
              <a:cs typeface="Arial Black"/>
            </a:endParaRPr>
          </a:p>
          <a:p>
            <a:pPr marL="329565" indent="-316865">
              <a:lnSpc>
                <a:spcPct val="100000"/>
              </a:lnSpc>
              <a:spcBef>
                <a:spcPts val="3750"/>
              </a:spcBef>
              <a:buClr>
                <a:srgbClr val="3F3F3F"/>
              </a:buClr>
              <a:buChar char="•"/>
              <a:tabLst>
                <a:tab pos="329565" algn="l"/>
              </a:tabLst>
            </a:pPr>
            <a:r>
              <a:rPr dirty="0" sz="3700" spc="-655">
                <a:solidFill>
                  <a:srgbClr val="313131"/>
                </a:solidFill>
                <a:latin typeface="Arial Black"/>
                <a:cs typeface="Arial Black"/>
              </a:rPr>
              <a:t>EfficientNet</a:t>
            </a:r>
            <a:r>
              <a:rPr dirty="0" sz="3700" spc="50">
                <a:solidFill>
                  <a:srgbClr val="313131"/>
                </a:solidFill>
                <a:latin typeface="Arial Black"/>
                <a:cs typeface="Arial Black"/>
              </a:rPr>
              <a:t> </a:t>
            </a:r>
            <a:r>
              <a:rPr dirty="0" sz="3700" spc="-795">
                <a:solidFill>
                  <a:srgbClr val="3F3F3F"/>
                </a:solidFill>
                <a:latin typeface="Arial Black"/>
                <a:cs typeface="Arial Black"/>
              </a:rPr>
              <a:t>and</a:t>
            </a:r>
            <a:r>
              <a:rPr dirty="0" sz="3700" spc="-160">
                <a:solidFill>
                  <a:srgbClr val="3F3F3F"/>
                </a:solidFill>
                <a:latin typeface="Arial Black"/>
                <a:cs typeface="Arial Black"/>
              </a:rPr>
              <a:t> </a:t>
            </a:r>
            <a:r>
              <a:rPr dirty="0" sz="3700" spc="-645">
                <a:solidFill>
                  <a:srgbClr val="363636"/>
                </a:solidFill>
                <a:latin typeface="Arial Black"/>
                <a:cs typeface="Arial Black"/>
              </a:rPr>
              <a:t>MobileNet</a:t>
            </a:r>
            <a:r>
              <a:rPr dirty="0" sz="3700" spc="100">
                <a:solidFill>
                  <a:srgbClr val="363636"/>
                </a:solidFill>
                <a:latin typeface="Arial Black"/>
                <a:cs typeface="Arial Black"/>
              </a:rPr>
              <a:t> </a:t>
            </a:r>
            <a:r>
              <a:rPr dirty="0" sz="3700" spc="-860">
                <a:solidFill>
                  <a:srgbClr val="363636"/>
                </a:solidFill>
                <a:latin typeface="Arial Black"/>
                <a:cs typeface="Arial Black"/>
              </a:rPr>
              <a:t>show</a:t>
            </a:r>
            <a:r>
              <a:rPr dirty="0" sz="3700" spc="-75">
                <a:solidFill>
                  <a:srgbClr val="363636"/>
                </a:solidFill>
                <a:latin typeface="Arial Black"/>
                <a:cs typeface="Arial Black"/>
              </a:rPr>
              <a:t> </a:t>
            </a:r>
            <a:r>
              <a:rPr dirty="0" sz="3700" spc="-675">
                <a:solidFill>
                  <a:srgbClr val="2F2F2F"/>
                </a:solidFill>
                <a:latin typeface="Arial Black"/>
                <a:cs typeface="Arial Black"/>
              </a:rPr>
              <a:t>strong</a:t>
            </a:r>
            <a:r>
              <a:rPr dirty="0" sz="3700" spc="-320">
                <a:solidFill>
                  <a:srgbClr val="2F2F2F"/>
                </a:solidFill>
                <a:latin typeface="Arial Black"/>
                <a:cs typeface="Arial Black"/>
              </a:rPr>
              <a:t> </a:t>
            </a:r>
            <a:r>
              <a:rPr dirty="0" sz="3700" spc="-715">
                <a:solidFill>
                  <a:srgbClr val="3B3B3B"/>
                </a:solidFill>
                <a:latin typeface="Arial Black"/>
                <a:cs typeface="Arial Black"/>
              </a:rPr>
              <a:t>performance</a:t>
            </a:r>
            <a:endParaRPr sz="3700">
              <a:latin typeface="Arial Black"/>
              <a:cs typeface="Arial Black"/>
            </a:endParaRPr>
          </a:p>
          <a:p>
            <a:pPr marL="337820" indent="-306070">
              <a:lnSpc>
                <a:spcPct val="100000"/>
              </a:lnSpc>
              <a:spcBef>
                <a:spcPts val="4234"/>
              </a:spcBef>
              <a:buClr>
                <a:srgbClr val="383838"/>
              </a:buClr>
              <a:buChar char="•"/>
              <a:tabLst>
                <a:tab pos="337820" algn="l"/>
              </a:tabLst>
            </a:pPr>
            <a:r>
              <a:rPr dirty="0" sz="3300">
                <a:solidFill>
                  <a:srgbClr val="343434"/>
                </a:solidFill>
                <a:latin typeface="Arial MT"/>
                <a:cs typeface="Arial MT"/>
              </a:rPr>
              <a:t>Quantum</a:t>
            </a:r>
            <a:r>
              <a:rPr dirty="0" sz="3300" spc="-229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dirty="0" sz="3300" spc="-45">
                <a:solidFill>
                  <a:srgbClr val="3A3A3A"/>
                </a:solidFill>
                <a:latin typeface="Arial MT"/>
                <a:cs typeface="Arial MT"/>
              </a:rPr>
              <a:t>models</a:t>
            </a:r>
            <a:r>
              <a:rPr dirty="0" sz="3300" spc="-125">
                <a:solidFill>
                  <a:srgbClr val="3A3A3A"/>
                </a:solidFill>
                <a:latin typeface="Arial MT"/>
                <a:cs typeface="Arial MT"/>
              </a:rPr>
              <a:t> </a:t>
            </a:r>
            <a:r>
              <a:rPr dirty="0" sz="3300" spc="-120">
                <a:solidFill>
                  <a:srgbClr val="3A3A3A"/>
                </a:solidFill>
                <a:latin typeface="Arial MT"/>
                <a:cs typeface="Arial MT"/>
              </a:rPr>
              <a:t>have</a:t>
            </a:r>
            <a:r>
              <a:rPr dirty="0" sz="3300" spc="-110">
                <a:solidFill>
                  <a:srgbClr val="3A3A3A"/>
                </a:solidFill>
                <a:latin typeface="Arial MT"/>
                <a:cs typeface="Arial MT"/>
              </a:rPr>
              <a:t> </a:t>
            </a:r>
            <a:r>
              <a:rPr dirty="0" sz="3300" spc="55">
                <a:solidFill>
                  <a:srgbClr val="383838"/>
                </a:solidFill>
                <a:latin typeface="Arial MT"/>
                <a:cs typeface="Arial MT"/>
              </a:rPr>
              <a:t>limite</a:t>
            </a:r>
            <a:r>
              <a:rPr dirty="0" baseline="1683" sz="4950" spc="82">
                <a:solidFill>
                  <a:srgbClr val="383838"/>
                </a:solidFill>
                <a:latin typeface="Arial MT"/>
                <a:cs typeface="Arial MT"/>
              </a:rPr>
              <a:t>d</a:t>
            </a:r>
            <a:r>
              <a:rPr dirty="0" baseline="1683" sz="4950" spc="-337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3300" spc="-10">
                <a:solidFill>
                  <a:srgbClr val="343434"/>
                </a:solidFill>
                <a:latin typeface="Arial MT"/>
                <a:cs typeface="Arial MT"/>
              </a:rPr>
              <a:t>performance</a:t>
            </a:r>
            <a:endParaRPr sz="3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Arial Black"/>
              <a:buChar char="•"/>
            </a:pPr>
            <a:endParaRPr sz="3300">
              <a:latin typeface="Arial MT"/>
              <a:cs typeface="Arial MT"/>
            </a:endParaRPr>
          </a:p>
          <a:p>
            <a:pPr marL="103505">
              <a:lnSpc>
                <a:spcPct val="100000"/>
              </a:lnSpc>
            </a:pPr>
            <a:r>
              <a:rPr dirty="0" sz="3750" spc="-955">
                <a:solidFill>
                  <a:srgbClr val="343434"/>
                </a:solidFill>
                <a:latin typeface="Arial Black"/>
                <a:cs typeface="Arial Black"/>
              </a:rPr>
              <a:t>Key</a:t>
            </a:r>
            <a:r>
              <a:rPr dirty="0" sz="3750" spc="-254">
                <a:solidFill>
                  <a:srgbClr val="343434"/>
                </a:solidFill>
                <a:latin typeface="Arial Black"/>
                <a:cs typeface="Arial Black"/>
              </a:rPr>
              <a:t> </a:t>
            </a:r>
            <a:r>
              <a:rPr dirty="0" sz="3750" spc="-730">
                <a:solidFill>
                  <a:srgbClr val="343434"/>
                </a:solidFill>
                <a:latin typeface="Arial Black"/>
                <a:cs typeface="Arial Black"/>
              </a:rPr>
              <a:t>Challenges:</a:t>
            </a:r>
            <a:endParaRPr sz="3750">
              <a:latin typeface="Arial Black"/>
              <a:cs typeface="Arial Black"/>
            </a:endParaRPr>
          </a:p>
          <a:p>
            <a:pPr lvl="1" marL="739140" indent="-327025">
              <a:lnSpc>
                <a:spcPct val="100000"/>
              </a:lnSpc>
              <a:spcBef>
                <a:spcPts val="3745"/>
              </a:spcBef>
              <a:buClr>
                <a:srgbClr val="3F3F3F"/>
              </a:buClr>
              <a:buChar char="•"/>
              <a:tabLst>
                <a:tab pos="739140" algn="l"/>
              </a:tabLst>
            </a:pPr>
            <a:r>
              <a:rPr dirty="0" sz="3650" spc="-760">
                <a:solidFill>
                  <a:srgbClr val="383838"/>
                </a:solidFill>
                <a:latin typeface="Arial Black"/>
                <a:cs typeface="Arial Black"/>
              </a:rPr>
              <a:t>High</a:t>
            </a:r>
            <a:r>
              <a:rPr dirty="0" sz="3650" spc="-25">
                <a:solidFill>
                  <a:srgbClr val="383838"/>
                </a:solidFill>
                <a:latin typeface="Arial Black"/>
                <a:cs typeface="Arial Black"/>
              </a:rPr>
              <a:t> </a:t>
            </a:r>
            <a:r>
              <a:rPr dirty="0" sz="3650" spc="-670">
                <a:solidFill>
                  <a:srgbClr val="363636"/>
                </a:solidFill>
                <a:latin typeface="Arial Black"/>
                <a:cs typeface="Arial Black"/>
              </a:rPr>
              <a:t>computational</a:t>
            </a:r>
            <a:r>
              <a:rPr dirty="0" sz="3650" spc="165">
                <a:solidFill>
                  <a:srgbClr val="363636"/>
                </a:solidFill>
                <a:latin typeface="Arial Black"/>
                <a:cs typeface="Arial Black"/>
              </a:rPr>
              <a:t> </a:t>
            </a:r>
            <a:r>
              <a:rPr dirty="0" sz="3650" spc="-700">
                <a:solidFill>
                  <a:srgbClr val="343434"/>
                </a:solidFill>
                <a:latin typeface="Arial Black"/>
                <a:cs typeface="Arial Black"/>
              </a:rPr>
              <a:t>constraints</a:t>
            </a:r>
            <a:endParaRPr sz="3650">
              <a:latin typeface="Arial Black"/>
              <a:cs typeface="Arial Black"/>
            </a:endParaRPr>
          </a:p>
          <a:p>
            <a:pPr lvl="1" marL="742950" indent="-328295">
              <a:lnSpc>
                <a:spcPct val="100000"/>
              </a:lnSpc>
              <a:spcBef>
                <a:spcPts val="4115"/>
              </a:spcBef>
              <a:buClr>
                <a:srgbClr val="3B3B3B"/>
              </a:buClr>
              <a:buChar char="•"/>
              <a:tabLst>
                <a:tab pos="742950" algn="l"/>
                <a:tab pos="3210560" algn="l"/>
              </a:tabLst>
            </a:pPr>
            <a:r>
              <a:rPr dirty="0" sz="3400" spc="-755">
                <a:solidFill>
                  <a:srgbClr val="383838"/>
                </a:solidFill>
                <a:latin typeface="Arial Black"/>
                <a:cs typeface="Arial Black"/>
              </a:rPr>
              <a:t>Low</a:t>
            </a:r>
            <a:r>
              <a:rPr dirty="0" sz="3400" spc="-45">
                <a:solidFill>
                  <a:srgbClr val="383838"/>
                </a:solidFill>
                <a:latin typeface="Arial Black"/>
                <a:cs typeface="Arial Black"/>
              </a:rPr>
              <a:t> </a:t>
            </a:r>
            <a:r>
              <a:rPr dirty="0" sz="3400" spc="-505">
                <a:solidFill>
                  <a:srgbClr val="383838"/>
                </a:solidFill>
                <a:latin typeface="Arial Black"/>
                <a:cs typeface="Arial Black"/>
              </a:rPr>
              <a:t>stability</a:t>
            </a:r>
            <a:r>
              <a:rPr dirty="0" sz="3400">
                <a:solidFill>
                  <a:srgbClr val="383838"/>
                </a:solidFill>
                <a:latin typeface="Arial Black"/>
                <a:cs typeface="Arial Black"/>
              </a:rPr>
              <a:t>	</a:t>
            </a:r>
            <a:r>
              <a:rPr dirty="0" sz="3400" spc="-595">
                <a:solidFill>
                  <a:srgbClr val="3A3A3A"/>
                </a:solidFill>
                <a:latin typeface="Arial Black"/>
                <a:cs typeface="Arial Black"/>
              </a:rPr>
              <a:t>and</a:t>
            </a:r>
            <a:r>
              <a:rPr dirty="0" sz="3400" spc="-90">
                <a:solidFill>
                  <a:srgbClr val="3A3A3A"/>
                </a:solidFill>
                <a:latin typeface="Arial Black"/>
                <a:cs typeface="Arial Black"/>
              </a:rPr>
              <a:t> </a:t>
            </a:r>
            <a:r>
              <a:rPr dirty="0" sz="3400" spc="-445">
                <a:solidFill>
                  <a:srgbClr val="363636"/>
                </a:solidFill>
                <a:latin typeface="Arial Black"/>
                <a:cs typeface="Arial Black"/>
              </a:rPr>
              <a:t>fair</a:t>
            </a:r>
            <a:r>
              <a:rPr dirty="0" sz="3400" spc="-135">
                <a:solidFill>
                  <a:srgbClr val="363636"/>
                </a:solidFill>
                <a:latin typeface="Arial Black"/>
                <a:cs typeface="Arial Black"/>
              </a:rPr>
              <a:t> </a:t>
            </a:r>
            <a:r>
              <a:rPr dirty="0" sz="3400" spc="-580">
                <a:solidFill>
                  <a:srgbClr val="363636"/>
                </a:solidFill>
                <a:latin typeface="Arial Black"/>
                <a:cs typeface="Arial Black"/>
              </a:rPr>
              <a:t>comparison</a:t>
            </a:r>
            <a:endParaRPr sz="34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4484575" y="6752559"/>
            <a:ext cx="226060" cy="27305"/>
            <a:chOff x="4484575" y="6752559"/>
            <a:chExt cx="226060" cy="27305"/>
          </a:xfrm>
        </p:grpSpPr>
        <p:sp>
          <p:nvSpPr>
            <p:cNvPr id="3" name="object 3" descr=""/>
            <p:cNvSpPr/>
            <p:nvPr/>
          </p:nvSpPr>
          <p:spPr>
            <a:xfrm>
              <a:off x="4484575" y="6774029"/>
              <a:ext cx="226060" cy="0"/>
            </a:xfrm>
            <a:custGeom>
              <a:avLst/>
              <a:gdLst/>
              <a:ahLst/>
              <a:cxnLst/>
              <a:rect l="l" t="t" r="r" b="b"/>
              <a:pathLst>
                <a:path w="226060" h="0">
                  <a:moveTo>
                    <a:pt x="0" y="0"/>
                  </a:moveTo>
                  <a:lnTo>
                    <a:pt x="225436" y="0"/>
                  </a:lnTo>
                </a:path>
              </a:pathLst>
            </a:custGeom>
            <a:ln w="10735">
              <a:solidFill>
                <a:srgbClr val="48484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4484575" y="6757926"/>
              <a:ext cx="217804" cy="0"/>
            </a:xfrm>
            <a:custGeom>
              <a:avLst/>
              <a:gdLst/>
              <a:ahLst/>
              <a:cxnLst/>
              <a:rect l="l" t="t" r="r" b="b"/>
              <a:pathLst>
                <a:path w="217804" h="0">
                  <a:moveTo>
                    <a:pt x="0" y="0"/>
                  </a:moveTo>
                  <a:lnTo>
                    <a:pt x="217385" y="0"/>
                  </a:lnTo>
                </a:path>
              </a:pathLst>
            </a:custGeom>
            <a:ln w="10735">
              <a:solidFill>
                <a:srgbClr val="48484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" name="object 5" descr=""/>
          <p:cNvGrpSpPr/>
          <p:nvPr/>
        </p:nvGrpSpPr>
        <p:grpSpPr>
          <a:xfrm>
            <a:off x="4484575" y="5705859"/>
            <a:ext cx="226060" cy="27305"/>
            <a:chOff x="4484575" y="5705859"/>
            <a:chExt cx="226060" cy="27305"/>
          </a:xfrm>
        </p:grpSpPr>
        <p:sp>
          <p:nvSpPr>
            <p:cNvPr id="6" name="object 6" descr=""/>
            <p:cNvSpPr/>
            <p:nvPr/>
          </p:nvSpPr>
          <p:spPr>
            <a:xfrm>
              <a:off x="4484575" y="5727330"/>
              <a:ext cx="226060" cy="0"/>
            </a:xfrm>
            <a:custGeom>
              <a:avLst/>
              <a:gdLst/>
              <a:ahLst/>
              <a:cxnLst/>
              <a:rect l="l" t="t" r="r" b="b"/>
              <a:pathLst>
                <a:path w="226060" h="0">
                  <a:moveTo>
                    <a:pt x="0" y="0"/>
                  </a:moveTo>
                  <a:lnTo>
                    <a:pt x="225436" y="0"/>
                  </a:lnTo>
                </a:path>
              </a:pathLst>
            </a:custGeom>
            <a:ln w="10735">
              <a:solidFill>
                <a:srgbClr val="48484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4484575" y="5711226"/>
              <a:ext cx="217804" cy="0"/>
            </a:xfrm>
            <a:custGeom>
              <a:avLst/>
              <a:gdLst/>
              <a:ahLst/>
              <a:cxnLst/>
              <a:rect l="l" t="t" r="r" b="b"/>
              <a:pathLst>
                <a:path w="217804" h="0">
                  <a:moveTo>
                    <a:pt x="0" y="0"/>
                  </a:moveTo>
                  <a:lnTo>
                    <a:pt x="217385" y="0"/>
                  </a:lnTo>
                </a:path>
              </a:pathLst>
            </a:custGeom>
            <a:ln w="10735">
              <a:solidFill>
                <a:srgbClr val="48484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/>
          <p:nvPr/>
        </p:nvSpPr>
        <p:spPr>
          <a:xfrm>
            <a:off x="348889" y="1625068"/>
            <a:ext cx="17659350" cy="0"/>
          </a:xfrm>
          <a:custGeom>
            <a:avLst/>
            <a:gdLst/>
            <a:ahLst/>
            <a:cxnLst/>
            <a:rect l="l" t="t" r="r" b="b"/>
            <a:pathLst>
              <a:path w="17659350" h="0">
                <a:moveTo>
                  <a:pt x="0" y="0"/>
                </a:moveTo>
                <a:lnTo>
                  <a:pt x="17659187" y="0"/>
                </a:lnTo>
              </a:path>
            </a:pathLst>
          </a:custGeom>
          <a:ln w="18786">
            <a:solidFill>
              <a:srgbClr val="3A5E4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338154" y="10056373"/>
            <a:ext cx="19439890" cy="866140"/>
          </a:xfrm>
          <a:custGeom>
            <a:avLst/>
            <a:gdLst/>
            <a:ahLst/>
            <a:cxnLst/>
            <a:rect l="l" t="t" r="r" b="b"/>
            <a:pathLst>
              <a:path w="19439890" h="866140">
                <a:moveTo>
                  <a:pt x="19439867" y="865540"/>
                </a:moveTo>
                <a:lnTo>
                  <a:pt x="0" y="865540"/>
                </a:lnTo>
                <a:lnTo>
                  <a:pt x="0" y="0"/>
                </a:lnTo>
                <a:lnTo>
                  <a:pt x="19439867" y="0"/>
                </a:lnTo>
                <a:lnTo>
                  <a:pt x="19439867" y="8655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9009" rIns="0" bIns="0" rtlCol="0" vert="horz">
            <a:spAutoFit/>
          </a:bodyPr>
          <a:lstStyle/>
          <a:p>
            <a:pPr marL="167640">
              <a:lnSpc>
                <a:spcPct val="100000"/>
              </a:lnSpc>
              <a:spcBef>
                <a:spcPts val="125"/>
              </a:spcBef>
            </a:pPr>
            <a:r>
              <a:rPr dirty="0" sz="4550" spc="-815"/>
              <a:t>METHODOLOGY</a:t>
            </a:r>
            <a:endParaRPr sz="4550"/>
          </a:p>
        </p:txBody>
      </p:sp>
      <p:sp>
        <p:nvSpPr>
          <p:cNvPr id="12" name="object 12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585"/>
              </a:lnSpc>
            </a:pPr>
            <a:r>
              <a:rPr dirty="0" spc="-20"/>
              <a:t>ICITIIT</a:t>
            </a:r>
            <a:r>
              <a:rPr dirty="0" spc="-5"/>
              <a:t> </a:t>
            </a:r>
            <a:r>
              <a:rPr dirty="0" spc="-40"/>
              <a:t>2026</a:t>
            </a:r>
          </a:p>
        </p:txBody>
      </p:sp>
      <p:sp>
        <p:nvSpPr>
          <p:cNvPr id="13" name="object 13" descr=""/>
          <p:cNvSpPr txBox="1"/>
          <p:nvPr/>
        </p:nvSpPr>
        <p:spPr>
          <a:xfrm>
            <a:off x="17928017" y="10397445"/>
            <a:ext cx="121920" cy="3441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585"/>
              </a:lnSpc>
            </a:pPr>
            <a:r>
              <a:rPr dirty="0" sz="2250" spc="-420">
                <a:solidFill>
                  <a:srgbClr val="FFFFFF"/>
                </a:solidFill>
                <a:latin typeface="Arial MT"/>
                <a:cs typeface="Arial MT"/>
              </a:rPr>
              <a:t>:°</a:t>
            </a:r>
            <a:endParaRPr sz="2250">
              <a:latin typeface="Arial MT"/>
              <a:cs typeface="Arial MT"/>
            </a:endParaRPr>
          </a:p>
        </p:txBody>
      </p:sp>
      <p:sp>
        <p:nvSpPr>
          <p:cNvPr id="14" name="object 1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666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9"/>
              </a:spcBef>
            </a:pPr>
            <a:r>
              <a:rPr dirty="0">
                <a:solidFill>
                  <a:srgbClr val="008952"/>
                </a:solidFill>
              </a:rPr>
              <a:t>›</a:t>
            </a:r>
            <a:r>
              <a:rPr dirty="0" spc="210">
                <a:solidFill>
                  <a:srgbClr val="008952"/>
                </a:solidFill>
              </a:rPr>
              <a:t> </a:t>
            </a:r>
            <a:r>
              <a:rPr dirty="0" spc="-210"/>
              <a:t>Scanned</a:t>
            </a:r>
            <a:r>
              <a:rPr dirty="0" spc="30"/>
              <a:t> </a:t>
            </a:r>
            <a:r>
              <a:rPr dirty="0" spc="-195"/>
              <a:t>with</a:t>
            </a:r>
            <a:r>
              <a:rPr dirty="0" spc="-80"/>
              <a:t> </a:t>
            </a:r>
            <a:r>
              <a:rPr dirty="0" spc="-260">
                <a:solidFill>
                  <a:srgbClr val="131313"/>
                </a:solidFill>
              </a:rPr>
              <a:t>OKEN</a:t>
            </a:r>
            <a:r>
              <a:rPr dirty="0" spc="-20">
                <a:solidFill>
                  <a:srgbClr val="131313"/>
                </a:solidFill>
              </a:rPr>
              <a:t> </a:t>
            </a:r>
            <a:r>
              <a:rPr dirty="0" spc="-190">
                <a:solidFill>
                  <a:srgbClr val="161616"/>
                </a:solidFill>
              </a:rPr>
              <a:t>Scanner</a:t>
            </a:r>
          </a:p>
        </p:txBody>
      </p:sp>
      <p:sp>
        <p:nvSpPr>
          <p:cNvPr id="11" name="object 11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327660" indent="-314325">
              <a:lnSpc>
                <a:spcPct val="100000"/>
              </a:lnSpc>
              <a:spcBef>
                <a:spcPts val="110"/>
              </a:spcBef>
              <a:buClr>
                <a:srgbClr val="424242"/>
              </a:buClr>
              <a:buChar char="•"/>
              <a:tabLst>
                <a:tab pos="327660" algn="l"/>
              </a:tabLst>
            </a:pPr>
            <a:r>
              <a:rPr dirty="0" sz="3600" spc="-710">
                <a:solidFill>
                  <a:srgbClr val="363636"/>
                </a:solidFill>
              </a:rPr>
              <a:t>Dermoscopic</a:t>
            </a:r>
            <a:r>
              <a:rPr dirty="0" sz="3600" spc="155">
                <a:solidFill>
                  <a:srgbClr val="363636"/>
                </a:solidFill>
              </a:rPr>
              <a:t> </a:t>
            </a:r>
            <a:r>
              <a:rPr dirty="0" sz="3600" spc="-765">
                <a:solidFill>
                  <a:srgbClr val="363636"/>
                </a:solidFill>
              </a:rPr>
              <a:t>images</a:t>
            </a:r>
            <a:r>
              <a:rPr dirty="0" sz="3600" spc="-35">
                <a:solidFill>
                  <a:srgbClr val="363636"/>
                </a:solidFill>
              </a:rPr>
              <a:t> </a:t>
            </a:r>
            <a:r>
              <a:rPr dirty="0" sz="3600" spc="-690">
                <a:solidFill>
                  <a:srgbClr val="3B3B3B"/>
                </a:solidFill>
              </a:rPr>
              <a:t>are</a:t>
            </a:r>
            <a:r>
              <a:rPr dirty="0" sz="3600" spc="-165">
                <a:solidFill>
                  <a:srgbClr val="3B3B3B"/>
                </a:solidFill>
              </a:rPr>
              <a:t> </a:t>
            </a:r>
            <a:r>
              <a:rPr dirty="0" sz="3600" spc="-700">
                <a:solidFill>
                  <a:srgbClr val="3B3B3B"/>
                </a:solidFill>
              </a:rPr>
              <a:t>taken</a:t>
            </a:r>
            <a:r>
              <a:rPr dirty="0" sz="3600" spc="-15">
                <a:solidFill>
                  <a:srgbClr val="3B3B3B"/>
                </a:solidFill>
              </a:rPr>
              <a:t> </a:t>
            </a:r>
            <a:r>
              <a:rPr dirty="0" sz="3600" spc="-610">
                <a:solidFill>
                  <a:srgbClr val="383838"/>
                </a:solidFill>
              </a:rPr>
              <a:t>from</a:t>
            </a:r>
            <a:r>
              <a:rPr dirty="0" sz="3600" spc="-114">
                <a:solidFill>
                  <a:srgbClr val="383838"/>
                </a:solidFill>
              </a:rPr>
              <a:t> </a:t>
            </a:r>
            <a:r>
              <a:rPr dirty="0" sz="3600" spc="-605">
                <a:solidFill>
                  <a:srgbClr val="313131"/>
                </a:solidFill>
              </a:rPr>
              <a:t>the</a:t>
            </a:r>
            <a:r>
              <a:rPr dirty="0" sz="3600" spc="-305">
                <a:solidFill>
                  <a:srgbClr val="313131"/>
                </a:solidFill>
              </a:rPr>
              <a:t> </a:t>
            </a:r>
            <a:r>
              <a:rPr dirty="0" sz="3600" spc="-695">
                <a:solidFill>
                  <a:srgbClr val="383838"/>
                </a:solidFill>
              </a:rPr>
              <a:t>HAM10000</a:t>
            </a:r>
            <a:r>
              <a:rPr dirty="0" sz="3600" spc="70">
                <a:solidFill>
                  <a:srgbClr val="383838"/>
                </a:solidFill>
              </a:rPr>
              <a:t> </a:t>
            </a:r>
            <a:r>
              <a:rPr dirty="0" sz="3600" spc="-680">
                <a:solidFill>
                  <a:srgbClr val="363636"/>
                </a:solidFill>
              </a:rPr>
              <a:t>dataset</a:t>
            </a:r>
            <a:endParaRPr sz="3600"/>
          </a:p>
          <a:p>
            <a:pPr marL="325120" indent="-311785">
              <a:lnSpc>
                <a:spcPct val="100000"/>
              </a:lnSpc>
              <a:spcBef>
                <a:spcPts val="3920"/>
              </a:spcBef>
              <a:buClr>
                <a:srgbClr val="383838"/>
              </a:buClr>
              <a:buChar char="•"/>
              <a:tabLst>
                <a:tab pos="325120" algn="l"/>
              </a:tabLst>
            </a:pPr>
            <a:r>
              <a:rPr dirty="0" sz="3600" spc="-775"/>
              <a:t>Images</a:t>
            </a:r>
            <a:r>
              <a:rPr dirty="0" sz="3600" spc="65"/>
              <a:t> </a:t>
            </a:r>
            <a:r>
              <a:rPr dirty="0" sz="3600" spc="-690">
                <a:solidFill>
                  <a:srgbClr val="3B3B3B"/>
                </a:solidFill>
              </a:rPr>
              <a:t>are</a:t>
            </a:r>
            <a:r>
              <a:rPr dirty="0" sz="3600" spc="-229">
                <a:solidFill>
                  <a:srgbClr val="3B3B3B"/>
                </a:solidFill>
              </a:rPr>
              <a:t> </a:t>
            </a:r>
            <a:r>
              <a:rPr dirty="0" sz="3600" spc="-675">
                <a:solidFill>
                  <a:srgbClr val="313131"/>
                </a:solidFill>
              </a:rPr>
              <a:t>preprocessed</a:t>
            </a:r>
            <a:r>
              <a:rPr dirty="0" sz="3600" spc="80">
                <a:solidFill>
                  <a:srgbClr val="313131"/>
                </a:solidFill>
              </a:rPr>
              <a:t> </a:t>
            </a:r>
            <a:r>
              <a:rPr dirty="0" sz="3600" spc="-725"/>
              <a:t>and</a:t>
            </a:r>
            <a:r>
              <a:rPr dirty="0" sz="3600" spc="-95"/>
              <a:t> </a:t>
            </a:r>
            <a:r>
              <a:rPr dirty="0" sz="3600" spc="-475">
                <a:solidFill>
                  <a:srgbClr val="363636"/>
                </a:solidFill>
              </a:rPr>
              <a:t>augme</a:t>
            </a:r>
            <a:r>
              <a:rPr dirty="0" baseline="1543" sz="5400" spc="-712">
                <a:solidFill>
                  <a:srgbClr val="363636"/>
                </a:solidFill>
              </a:rPr>
              <a:t>n</a:t>
            </a:r>
            <a:r>
              <a:rPr dirty="0" sz="3600" spc="-475">
                <a:solidFill>
                  <a:srgbClr val="363636"/>
                </a:solidFill>
              </a:rPr>
              <a:t>ted</a:t>
            </a:r>
            <a:endParaRPr sz="3600"/>
          </a:p>
          <a:p>
            <a:pPr marL="328930" indent="-316230">
              <a:lnSpc>
                <a:spcPct val="100000"/>
              </a:lnSpc>
              <a:spcBef>
                <a:spcPts val="3760"/>
              </a:spcBef>
              <a:buClr>
                <a:srgbClr val="3B3B3B"/>
              </a:buClr>
              <a:buChar char="•"/>
              <a:tabLst>
                <a:tab pos="328930" algn="l"/>
              </a:tabLst>
            </a:pPr>
            <a:r>
              <a:rPr dirty="0" sz="3700" spc="-605">
                <a:solidFill>
                  <a:srgbClr val="363636"/>
                </a:solidFill>
              </a:rPr>
              <a:t>Featu</a:t>
            </a:r>
            <a:r>
              <a:rPr dirty="0" baseline="1501" sz="5550" spc="-907">
                <a:solidFill>
                  <a:srgbClr val="363636"/>
                </a:solidFill>
              </a:rPr>
              <a:t>r</a:t>
            </a:r>
            <a:r>
              <a:rPr dirty="0" sz="3700" spc="-605">
                <a:solidFill>
                  <a:srgbClr val="363636"/>
                </a:solidFill>
              </a:rPr>
              <a:t>e</a:t>
            </a:r>
            <a:r>
              <a:rPr dirty="0" sz="3700" spc="-605"/>
              <a:t>learning</a:t>
            </a:r>
            <a:r>
              <a:rPr dirty="0" sz="3700" spc="-155"/>
              <a:t> </a:t>
            </a:r>
            <a:r>
              <a:rPr dirty="0" sz="3700" spc="-755">
                <a:solidFill>
                  <a:srgbClr val="3B3B3B"/>
                </a:solidFill>
              </a:rPr>
              <a:t>is</a:t>
            </a:r>
            <a:r>
              <a:rPr dirty="0" sz="3700" spc="-150">
                <a:solidFill>
                  <a:srgbClr val="3B3B3B"/>
                </a:solidFill>
              </a:rPr>
              <a:t> </a:t>
            </a:r>
            <a:r>
              <a:rPr dirty="0" sz="3700" spc="-675"/>
              <a:t>performed</a:t>
            </a:r>
            <a:r>
              <a:rPr dirty="0" sz="3700" spc="145"/>
              <a:t> </a:t>
            </a:r>
            <a:r>
              <a:rPr dirty="0" sz="3700" spc="-720">
                <a:solidFill>
                  <a:srgbClr val="363636"/>
                </a:solidFill>
              </a:rPr>
              <a:t>using:</a:t>
            </a:r>
            <a:endParaRPr sz="3700"/>
          </a:p>
          <a:p>
            <a:pPr marL="1652905">
              <a:lnSpc>
                <a:spcPct val="100000"/>
              </a:lnSpc>
              <a:spcBef>
                <a:spcPts val="4220"/>
              </a:spcBef>
            </a:pPr>
            <a:r>
              <a:rPr dirty="0" sz="3250" spc="-440">
                <a:solidFill>
                  <a:srgbClr val="363636"/>
                </a:solidFill>
              </a:rPr>
              <a:t>Quantum</a:t>
            </a:r>
            <a:r>
              <a:rPr dirty="0" sz="3250" spc="175">
                <a:solidFill>
                  <a:srgbClr val="363636"/>
                </a:solidFill>
              </a:rPr>
              <a:t> </a:t>
            </a:r>
            <a:r>
              <a:rPr dirty="0" sz="3250" spc="-475">
                <a:solidFill>
                  <a:srgbClr val="383838"/>
                </a:solidFill>
              </a:rPr>
              <a:t>models</a:t>
            </a:r>
            <a:r>
              <a:rPr dirty="0" sz="3250" spc="60">
                <a:solidFill>
                  <a:srgbClr val="383838"/>
                </a:solidFill>
              </a:rPr>
              <a:t> </a:t>
            </a:r>
            <a:r>
              <a:rPr dirty="0" sz="3250" spc="-400">
                <a:solidFill>
                  <a:srgbClr val="383838"/>
                </a:solidFill>
              </a:rPr>
              <a:t>(QNN,</a:t>
            </a:r>
            <a:r>
              <a:rPr dirty="0" sz="3250">
                <a:solidFill>
                  <a:srgbClr val="383838"/>
                </a:solidFill>
              </a:rPr>
              <a:t> </a:t>
            </a:r>
            <a:r>
              <a:rPr dirty="0" sz="3250" spc="-560">
                <a:solidFill>
                  <a:srgbClr val="383838"/>
                </a:solidFill>
              </a:rPr>
              <a:t>QSVC)</a:t>
            </a:r>
            <a:endParaRPr sz="3250"/>
          </a:p>
          <a:p>
            <a:pPr marL="1645285">
              <a:lnSpc>
                <a:spcPct val="100000"/>
              </a:lnSpc>
              <a:spcBef>
                <a:spcPts val="4020"/>
              </a:spcBef>
            </a:pPr>
            <a:r>
              <a:rPr dirty="0" sz="3600" spc="-705">
                <a:solidFill>
                  <a:srgbClr val="383838"/>
                </a:solidFill>
              </a:rPr>
              <a:t>Deep</a:t>
            </a:r>
            <a:r>
              <a:rPr dirty="0" sz="3600" spc="-105">
                <a:solidFill>
                  <a:srgbClr val="383838"/>
                </a:solidFill>
              </a:rPr>
              <a:t> </a:t>
            </a:r>
            <a:r>
              <a:rPr dirty="0" sz="3600" spc="-605">
                <a:solidFill>
                  <a:srgbClr val="383838"/>
                </a:solidFill>
              </a:rPr>
              <a:t>learning</a:t>
            </a:r>
            <a:r>
              <a:rPr dirty="0" sz="3600" spc="-95">
                <a:solidFill>
                  <a:srgbClr val="383838"/>
                </a:solidFill>
              </a:rPr>
              <a:t> </a:t>
            </a:r>
            <a:r>
              <a:rPr dirty="0" sz="3600" spc="-705">
                <a:solidFill>
                  <a:srgbClr val="363636"/>
                </a:solidFill>
              </a:rPr>
              <a:t>models</a:t>
            </a:r>
            <a:endParaRPr sz="3600"/>
          </a:p>
          <a:p>
            <a:pPr marL="330835" indent="-316230">
              <a:lnSpc>
                <a:spcPct val="100000"/>
              </a:lnSpc>
              <a:spcBef>
                <a:spcPts val="3929"/>
              </a:spcBef>
              <a:buChar char="•"/>
              <a:tabLst>
                <a:tab pos="330835" algn="l"/>
              </a:tabLst>
            </a:pPr>
            <a:r>
              <a:rPr dirty="0" spc="-575">
                <a:solidFill>
                  <a:srgbClr val="383838"/>
                </a:solidFill>
              </a:rPr>
              <a:t>Models</a:t>
            </a:r>
            <a:r>
              <a:rPr dirty="0" spc="25">
                <a:solidFill>
                  <a:srgbClr val="383838"/>
                </a:solidFill>
              </a:rPr>
              <a:t> </a:t>
            </a:r>
            <a:r>
              <a:rPr dirty="0" spc="-630">
                <a:solidFill>
                  <a:srgbClr val="3D3D3D"/>
                </a:solidFill>
              </a:rPr>
              <a:t>are</a:t>
            </a:r>
            <a:r>
              <a:rPr dirty="0" spc="-245">
                <a:solidFill>
                  <a:srgbClr val="3D3D3D"/>
                </a:solidFill>
              </a:rPr>
              <a:t> </a:t>
            </a:r>
            <a:r>
              <a:rPr dirty="0" spc="-530"/>
              <a:t>trained</a:t>
            </a:r>
            <a:r>
              <a:rPr dirty="0" spc="70"/>
              <a:t> </a:t>
            </a:r>
            <a:r>
              <a:rPr dirty="0" spc="-595">
                <a:solidFill>
                  <a:srgbClr val="383838"/>
                </a:solidFill>
              </a:rPr>
              <a:t>under</a:t>
            </a:r>
            <a:r>
              <a:rPr dirty="0" spc="75">
                <a:solidFill>
                  <a:srgbClr val="383838"/>
                </a:solidFill>
              </a:rPr>
              <a:t> </a:t>
            </a:r>
            <a:r>
              <a:rPr dirty="0" spc="-560">
                <a:solidFill>
                  <a:srgbClr val="313131"/>
                </a:solidFill>
              </a:rPr>
              <a:t>identical</a:t>
            </a:r>
            <a:r>
              <a:rPr dirty="0" spc="15">
                <a:solidFill>
                  <a:srgbClr val="313131"/>
                </a:solidFill>
              </a:rPr>
              <a:t> </a:t>
            </a:r>
            <a:r>
              <a:rPr dirty="0" spc="-580">
                <a:solidFill>
                  <a:srgbClr val="363636"/>
                </a:solidFill>
              </a:rPr>
              <a:t>conditions</a:t>
            </a:r>
          </a:p>
          <a:p>
            <a:pPr marL="334645" indent="-303530">
              <a:lnSpc>
                <a:spcPct val="100000"/>
              </a:lnSpc>
              <a:spcBef>
                <a:spcPts val="4270"/>
              </a:spcBef>
              <a:buClr>
                <a:srgbClr val="3B3B3B"/>
              </a:buClr>
              <a:buChar char="•"/>
              <a:tabLst>
                <a:tab pos="334645" algn="l"/>
              </a:tabLst>
            </a:pPr>
            <a:r>
              <a:rPr dirty="0" sz="3300" spc="-80">
                <a:solidFill>
                  <a:srgbClr val="363636"/>
                </a:solidFill>
                <a:latin typeface="Arial MT"/>
                <a:cs typeface="Arial MT"/>
              </a:rPr>
              <a:t>Classification</a:t>
            </a:r>
            <a:r>
              <a:rPr dirty="0" sz="3300" spc="-175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dirty="0" sz="3300" spc="-25">
                <a:solidFill>
                  <a:srgbClr val="363636"/>
                </a:solidFill>
                <a:latin typeface="Arial MT"/>
                <a:cs typeface="Arial MT"/>
              </a:rPr>
              <a:t>results</a:t>
            </a:r>
            <a:r>
              <a:rPr dirty="0" sz="3300" spc="-204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dirty="0" sz="3300" spc="-60">
                <a:solidFill>
                  <a:srgbClr val="3B3B3B"/>
                </a:solidFill>
                <a:latin typeface="Arial MT"/>
                <a:cs typeface="Arial MT"/>
              </a:rPr>
              <a:t>are</a:t>
            </a:r>
            <a:r>
              <a:rPr dirty="0" sz="3300" spc="-145">
                <a:solidFill>
                  <a:srgbClr val="3B3B3B"/>
                </a:solidFill>
                <a:latin typeface="Arial MT"/>
                <a:cs typeface="Arial MT"/>
              </a:rPr>
              <a:t> </a:t>
            </a:r>
            <a:r>
              <a:rPr dirty="0" sz="3300" spc="-50">
                <a:solidFill>
                  <a:srgbClr val="363636"/>
                </a:solidFill>
                <a:latin typeface="Arial MT"/>
                <a:cs typeface="Arial MT"/>
              </a:rPr>
              <a:t>evaluated</a:t>
            </a:r>
            <a:r>
              <a:rPr dirty="0" sz="3300" spc="2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dirty="0" sz="3300" spc="-110">
                <a:solidFill>
                  <a:srgbClr val="383838"/>
                </a:solidFill>
                <a:latin typeface="Arial MT"/>
                <a:cs typeface="Arial MT"/>
              </a:rPr>
              <a:t>using</a:t>
            </a:r>
            <a:r>
              <a:rPr dirty="0" sz="3300" spc="-12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3300" spc="-25">
                <a:solidFill>
                  <a:srgbClr val="363636"/>
                </a:solidFill>
                <a:latin typeface="Arial MT"/>
                <a:cs typeface="Arial MT"/>
              </a:rPr>
              <a:t>standa</a:t>
            </a:r>
            <a:r>
              <a:rPr dirty="0" baseline="1683" sz="4950" spc="-37">
                <a:solidFill>
                  <a:srgbClr val="363636"/>
                </a:solidFill>
                <a:latin typeface="Arial MT"/>
                <a:cs typeface="Arial MT"/>
              </a:rPr>
              <a:t>r</a:t>
            </a:r>
            <a:r>
              <a:rPr dirty="0" sz="3300" spc="-25">
                <a:solidFill>
                  <a:srgbClr val="363636"/>
                </a:solidFill>
                <a:latin typeface="Arial MT"/>
                <a:cs typeface="Arial MT"/>
              </a:rPr>
              <a:t>d</a:t>
            </a:r>
            <a:r>
              <a:rPr dirty="0" sz="3300" spc="-295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dirty="0" sz="3300" spc="-10">
                <a:latin typeface="Arial MT"/>
                <a:cs typeface="Arial MT"/>
              </a:rPr>
              <a:t>metrics</a:t>
            </a:r>
            <a:endParaRPr sz="33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131362" y="7169897"/>
            <a:ext cx="226060" cy="0"/>
          </a:xfrm>
          <a:custGeom>
            <a:avLst/>
            <a:gdLst/>
            <a:ahLst/>
            <a:cxnLst/>
            <a:rect l="l" t="t" r="r" b="b"/>
            <a:pathLst>
              <a:path w="226060" h="0">
                <a:moveTo>
                  <a:pt x="0" y="0"/>
                </a:moveTo>
                <a:lnTo>
                  <a:pt x="225436" y="0"/>
                </a:lnTo>
              </a:path>
            </a:pathLst>
          </a:custGeom>
          <a:ln w="18786">
            <a:solidFill>
              <a:srgbClr val="44444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4656336" y="6125880"/>
            <a:ext cx="226060" cy="0"/>
          </a:xfrm>
          <a:custGeom>
            <a:avLst/>
            <a:gdLst/>
            <a:ahLst/>
            <a:cxnLst/>
            <a:rect l="l" t="t" r="r" b="b"/>
            <a:pathLst>
              <a:path w="226060" h="0">
                <a:moveTo>
                  <a:pt x="0" y="0"/>
                </a:moveTo>
                <a:lnTo>
                  <a:pt x="225436" y="0"/>
                </a:lnTo>
              </a:path>
            </a:pathLst>
          </a:custGeom>
          <a:ln w="18786">
            <a:solidFill>
              <a:srgbClr val="444444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5230662" y="5069786"/>
            <a:ext cx="222885" cy="27305"/>
            <a:chOff x="5230662" y="5069786"/>
            <a:chExt cx="222885" cy="27305"/>
          </a:xfrm>
        </p:grpSpPr>
        <p:sp>
          <p:nvSpPr>
            <p:cNvPr id="5" name="object 5" descr=""/>
            <p:cNvSpPr/>
            <p:nvPr/>
          </p:nvSpPr>
          <p:spPr>
            <a:xfrm>
              <a:off x="5230662" y="5091257"/>
              <a:ext cx="222885" cy="0"/>
            </a:xfrm>
            <a:custGeom>
              <a:avLst/>
              <a:gdLst/>
              <a:ahLst/>
              <a:cxnLst/>
              <a:rect l="l" t="t" r="r" b="b"/>
              <a:pathLst>
                <a:path w="222885" h="0">
                  <a:moveTo>
                    <a:pt x="0" y="0"/>
                  </a:moveTo>
                  <a:lnTo>
                    <a:pt x="222752" y="0"/>
                  </a:lnTo>
                </a:path>
              </a:pathLst>
            </a:custGeom>
            <a:ln w="10735">
              <a:solidFill>
                <a:srgbClr val="48484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5241397" y="5075154"/>
              <a:ext cx="212090" cy="0"/>
            </a:xfrm>
            <a:custGeom>
              <a:avLst/>
              <a:gdLst/>
              <a:ahLst/>
              <a:cxnLst/>
              <a:rect l="l" t="t" r="r" b="b"/>
              <a:pathLst>
                <a:path w="212089" h="0">
                  <a:moveTo>
                    <a:pt x="0" y="0"/>
                  </a:moveTo>
                  <a:lnTo>
                    <a:pt x="212017" y="0"/>
                  </a:lnTo>
                </a:path>
              </a:pathLst>
            </a:custGeom>
            <a:ln w="10735">
              <a:solidFill>
                <a:srgbClr val="48484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/>
          <p:nvPr/>
        </p:nvSpPr>
        <p:spPr>
          <a:xfrm>
            <a:off x="5217243" y="4037848"/>
            <a:ext cx="215265" cy="0"/>
          </a:xfrm>
          <a:custGeom>
            <a:avLst/>
            <a:gdLst/>
            <a:ahLst/>
            <a:cxnLst/>
            <a:rect l="l" t="t" r="r" b="b"/>
            <a:pathLst>
              <a:path w="215264" h="0">
                <a:moveTo>
                  <a:pt x="0" y="0"/>
                </a:moveTo>
                <a:lnTo>
                  <a:pt x="214701" y="0"/>
                </a:lnTo>
              </a:path>
            </a:pathLst>
          </a:custGeom>
          <a:ln w="18786">
            <a:solidFill>
              <a:srgbClr val="44444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348889" y="1625068"/>
            <a:ext cx="17659350" cy="0"/>
          </a:xfrm>
          <a:custGeom>
            <a:avLst/>
            <a:gdLst/>
            <a:ahLst/>
            <a:cxnLst/>
            <a:rect l="l" t="t" r="r" b="b"/>
            <a:pathLst>
              <a:path w="17659350" h="0">
                <a:moveTo>
                  <a:pt x="0" y="0"/>
                </a:moveTo>
                <a:lnTo>
                  <a:pt x="17659187" y="0"/>
                </a:lnTo>
              </a:path>
            </a:pathLst>
          </a:custGeom>
          <a:ln w="18786">
            <a:solidFill>
              <a:srgbClr val="3A5E4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338154" y="10056373"/>
            <a:ext cx="19439890" cy="866140"/>
          </a:xfrm>
          <a:custGeom>
            <a:avLst/>
            <a:gdLst/>
            <a:ahLst/>
            <a:cxnLst/>
            <a:rect l="l" t="t" r="r" b="b"/>
            <a:pathLst>
              <a:path w="19439890" h="866140">
                <a:moveTo>
                  <a:pt x="19439867" y="865540"/>
                </a:moveTo>
                <a:lnTo>
                  <a:pt x="0" y="865540"/>
                </a:lnTo>
                <a:lnTo>
                  <a:pt x="0" y="0"/>
                </a:lnTo>
                <a:lnTo>
                  <a:pt x="19439867" y="0"/>
                </a:lnTo>
                <a:lnTo>
                  <a:pt x="19439867" y="8655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2782" rIns="0" bIns="0" rtlCol="0" vert="horz">
            <a:spAutoFit/>
          </a:bodyPr>
          <a:lstStyle/>
          <a:p>
            <a:pPr marL="165735">
              <a:lnSpc>
                <a:spcPct val="100000"/>
              </a:lnSpc>
              <a:spcBef>
                <a:spcPts val="120"/>
              </a:spcBef>
            </a:pPr>
            <a:r>
              <a:rPr dirty="0" sz="4600" spc="-844">
                <a:solidFill>
                  <a:srgbClr val="363636"/>
                </a:solidFill>
              </a:rPr>
              <a:t>EVALUATION</a:t>
            </a:r>
            <a:r>
              <a:rPr dirty="0" sz="4600" spc="260">
                <a:solidFill>
                  <a:srgbClr val="363636"/>
                </a:solidFill>
              </a:rPr>
              <a:t> </a:t>
            </a:r>
            <a:r>
              <a:rPr dirty="0" sz="4600" spc="-915">
                <a:solidFill>
                  <a:srgbClr val="3B3B3B"/>
                </a:solidFill>
              </a:rPr>
              <a:t>METRICS</a:t>
            </a:r>
            <a:endParaRPr sz="4600"/>
          </a:p>
        </p:txBody>
      </p:sp>
      <p:sp>
        <p:nvSpPr>
          <p:cNvPr id="15" name="object 1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585"/>
              </a:lnSpc>
            </a:pPr>
            <a:r>
              <a:rPr dirty="0" spc="-20"/>
              <a:t>ICITIIT</a:t>
            </a:r>
            <a:r>
              <a:rPr dirty="0" spc="-5"/>
              <a:t> </a:t>
            </a:r>
            <a:r>
              <a:rPr dirty="0" spc="-40"/>
              <a:t>2026</a:t>
            </a:r>
          </a:p>
        </p:txBody>
      </p:sp>
      <p:sp>
        <p:nvSpPr>
          <p:cNvPr id="16" name="object 1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666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9"/>
              </a:spcBef>
            </a:pPr>
            <a:r>
              <a:rPr dirty="0">
                <a:solidFill>
                  <a:srgbClr val="008952"/>
                </a:solidFill>
              </a:rPr>
              <a:t>›</a:t>
            </a:r>
            <a:r>
              <a:rPr dirty="0" spc="210">
                <a:solidFill>
                  <a:srgbClr val="008952"/>
                </a:solidFill>
              </a:rPr>
              <a:t> </a:t>
            </a:r>
            <a:r>
              <a:rPr dirty="0" spc="-210"/>
              <a:t>Scanned</a:t>
            </a:r>
            <a:r>
              <a:rPr dirty="0" spc="30"/>
              <a:t> </a:t>
            </a:r>
            <a:r>
              <a:rPr dirty="0" spc="-195"/>
              <a:t>with</a:t>
            </a:r>
            <a:r>
              <a:rPr dirty="0" spc="-80"/>
              <a:t> </a:t>
            </a:r>
            <a:r>
              <a:rPr dirty="0" spc="-260">
                <a:solidFill>
                  <a:srgbClr val="131313"/>
                </a:solidFill>
              </a:rPr>
              <a:t>OKEN</a:t>
            </a:r>
            <a:r>
              <a:rPr dirty="0" spc="-20">
                <a:solidFill>
                  <a:srgbClr val="131313"/>
                </a:solidFill>
              </a:rPr>
              <a:t> </a:t>
            </a:r>
            <a:r>
              <a:rPr dirty="0" spc="-190">
                <a:solidFill>
                  <a:srgbClr val="161616"/>
                </a:solidFill>
              </a:rPr>
              <a:t>Scanner</a:t>
            </a:r>
          </a:p>
        </p:txBody>
      </p:sp>
      <p:sp>
        <p:nvSpPr>
          <p:cNvPr id="11" name="object 11" descr=""/>
          <p:cNvSpPr txBox="1"/>
          <p:nvPr/>
        </p:nvSpPr>
        <p:spPr>
          <a:xfrm>
            <a:off x="3165375" y="2695972"/>
            <a:ext cx="10391775" cy="528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13690" indent="-300990">
              <a:lnSpc>
                <a:spcPct val="100000"/>
              </a:lnSpc>
              <a:spcBef>
                <a:spcPts val="100"/>
              </a:spcBef>
              <a:buClr>
                <a:srgbClr val="383838"/>
              </a:buClr>
              <a:buChar char="•"/>
              <a:tabLst>
                <a:tab pos="313690" algn="l"/>
              </a:tabLst>
            </a:pPr>
            <a:r>
              <a:rPr dirty="0" sz="3300">
                <a:solidFill>
                  <a:srgbClr val="3A3A3A"/>
                </a:solidFill>
                <a:latin typeface="Arial MT"/>
                <a:cs typeface="Arial MT"/>
              </a:rPr>
              <a:t>Model</a:t>
            </a:r>
            <a:r>
              <a:rPr dirty="0" sz="3300" spc="-229">
                <a:solidFill>
                  <a:srgbClr val="3A3A3A"/>
                </a:solidFill>
                <a:latin typeface="Arial MT"/>
                <a:cs typeface="Arial MT"/>
              </a:rPr>
              <a:t> </a:t>
            </a:r>
            <a:r>
              <a:rPr dirty="0" sz="3300" spc="-30">
                <a:solidFill>
                  <a:srgbClr val="363636"/>
                </a:solidFill>
                <a:latin typeface="Arial MT"/>
                <a:cs typeface="Arial MT"/>
              </a:rPr>
              <a:t>performance</a:t>
            </a:r>
            <a:r>
              <a:rPr dirty="0" sz="3300" spc="-15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dirty="0" sz="3300" spc="-114">
                <a:solidFill>
                  <a:srgbClr val="3B3B3B"/>
                </a:solidFill>
                <a:latin typeface="Arial MT"/>
                <a:cs typeface="Arial MT"/>
              </a:rPr>
              <a:t>is </a:t>
            </a:r>
            <a:r>
              <a:rPr dirty="0" sz="3300" spc="-45">
                <a:solidFill>
                  <a:srgbClr val="383838"/>
                </a:solidFill>
                <a:latin typeface="Arial MT"/>
                <a:cs typeface="Arial MT"/>
              </a:rPr>
              <a:t>evaluated</a:t>
            </a:r>
            <a:r>
              <a:rPr dirty="0" sz="3300" spc="-6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3300" spc="-100">
                <a:solidFill>
                  <a:srgbClr val="363636"/>
                </a:solidFill>
                <a:latin typeface="Arial MT"/>
                <a:cs typeface="Arial MT"/>
              </a:rPr>
              <a:t>using</a:t>
            </a:r>
            <a:r>
              <a:rPr dirty="0" sz="3300" spc="-125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dirty="0" sz="3300" spc="-60">
                <a:solidFill>
                  <a:srgbClr val="343434"/>
                </a:solidFill>
                <a:latin typeface="Arial MT"/>
                <a:cs typeface="Arial MT"/>
              </a:rPr>
              <a:t>standard</a:t>
            </a:r>
            <a:r>
              <a:rPr dirty="0" sz="3300" spc="-85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dirty="0" sz="3300" spc="-10">
                <a:solidFill>
                  <a:srgbClr val="343434"/>
                </a:solidFill>
                <a:latin typeface="Arial MT"/>
                <a:cs typeface="Arial MT"/>
              </a:rPr>
              <a:t>metrics</a:t>
            </a:r>
            <a:endParaRPr sz="3300">
              <a:latin typeface="Arial MT"/>
              <a:cs typeface="Arial MT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3147888" y="3709124"/>
            <a:ext cx="1920875" cy="16186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42265" indent="-329565">
              <a:lnSpc>
                <a:spcPct val="100000"/>
              </a:lnSpc>
              <a:spcBef>
                <a:spcPts val="114"/>
              </a:spcBef>
              <a:buClr>
                <a:srgbClr val="3F3F3F"/>
              </a:buClr>
              <a:buChar char="•"/>
              <a:tabLst>
                <a:tab pos="342265" algn="l"/>
              </a:tabLst>
            </a:pPr>
            <a:r>
              <a:rPr dirty="0" sz="3550" spc="-775">
                <a:solidFill>
                  <a:srgbClr val="313131"/>
                </a:solidFill>
                <a:latin typeface="Arial Black"/>
                <a:cs typeface="Arial Black"/>
              </a:rPr>
              <a:t>Accuracy</a:t>
            </a:r>
            <a:endParaRPr sz="3550">
              <a:latin typeface="Arial Black"/>
              <a:cs typeface="Arial Black"/>
            </a:endParaRPr>
          </a:p>
          <a:p>
            <a:pPr marL="328295" indent="-315595">
              <a:lnSpc>
                <a:spcPct val="100000"/>
              </a:lnSpc>
              <a:spcBef>
                <a:spcPts val="4065"/>
              </a:spcBef>
              <a:buClr>
                <a:srgbClr val="383838"/>
              </a:buClr>
              <a:buChar char="•"/>
              <a:tabLst>
                <a:tab pos="328295" algn="l"/>
              </a:tabLst>
            </a:pPr>
            <a:r>
              <a:rPr dirty="0" sz="3500" spc="-635">
                <a:solidFill>
                  <a:srgbClr val="3A3A3A"/>
                </a:solidFill>
                <a:latin typeface="Arial Black"/>
                <a:cs typeface="Arial Black"/>
              </a:rPr>
              <a:t>Precision</a:t>
            </a:r>
            <a:endParaRPr sz="3500">
              <a:latin typeface="Arial Black"/>
              <a:cs typeface="Arial Black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5510454" y="3709124"/>
            <a:ext cx="6208395" cy="16186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550" spc="-550">
                <a:solidFill>
                  <a:srgbClr val="363636"/>
                </a:solidFill>
                <a:latin typeface="Arial Black"/>
                <a:cs typeface="Arial Black"/>
              </a:rPr>
              <a:t>overall</a:t>
            </a:r>
            <a:r>
              <a:rPr dirty="0" sz="3550" spc="-130">
                <a:solidFill>
                  <a:srgbClr val="363636"/>
                </a:solidFill>
                <a:latin typeface="Arial Black"/>
                <a:cs typeface="Arial Black"/>
              </a:rPr>
              <a:t> </a:t>
            </a:r>
            <a:r>
              <a:rPr dirty="0" sz="3550" spc="-670">
                <a:solidFill>
                  <a:srgbClr val="333333"/>
                </a:solidFill>
                <a:latin typeface="Arial Black"/>
                <a:cs typeface="Arial Black"/>
              </a:rPr>
              <a:t>correctness</a:t>
            </a:r>
            <a:endParaRPr sz="3550">
              <a:latin typeface="Arial Black"/>
              <a:cs typeface="Arial Black"/>
            </a:endParaRPr>
          </a:p>
          <a:p>
            <a:pPr marL="36195">
              <a:lnSpc>
                <a:spcPct val="100000"/>
              </a:lnSpc>
              <a:spcBef>
                <a:spcPts val="4065"/>
              </a:spcBef>
            </a:pPr>
            <a:r>
              <a:rPr dirty="0" sz="3500" spc="-635">
                <a:solidFill>
                  <a:srgbClr val="363636"/>
                </a:solidFill>
                <a:latin typeface="Arial Black"/>
                <a:cs typeface="Arial Black"/>
              </a:rPr>
              <a:t>correctness</a:t>
            </a:r>
            <a:r>
              <a:rPr dirty="0" sz="3500" spc="-45">
                <a:solidFill>
                  <a:srgbClr val="363636"/>
                </a:solidFill>
                <a:latin typeface="Arial Black"/>
                <a:cs typeface="Arial Black"/>
              </a:rPr>
              <a:t> </a:t>
            </a:r>
            <a:r>
              <a:rPr dirty="0" sz="3500" spc="-450">
                <a:solidFill>
                  <a:srgbClr val="414141"/>
                </a:solidFill>
                <a:latin typeface="Arial Black"/>
                <a:cs typeface="Arial Black"/>
              </a:rPr>
              <a:t>of</a:t>
            </a:r>
            <a:r>
              <a:rPr dirty="0" sz="3500" spc="-225">
                <a:solidFill>
                  <a:srgbClr val="414141"/>
                </a:solidFill>
                <a:latin typeface="Arial Black"/>
                <a:cs typeface="Arial Black"/>
              </a:rPr>
              <a:t> </a:t>
            </a:r>
            <a:r>
              <a:rPr dirty="0" sz="3500" spc="-575">
                <a:solidFill>
                  <a:srgbClr val="343434"/>
                </a:solidFill>
                <a:latin typeface="Arial Black"/>
                <a:cs typeface="Arial Black"/>
              </a:rPr>
              <a:t>positive</a:t>
            </a:r>
            <a:r>
              <a:rPr dirty="0" sz="3500" spc="80">
                <a:solidFill>
                  <a:srgbClr val="343434"/>
                </a:solidFill>
                <a:latin typeface="Arial Black"/>
                <a:cs typeface="Arial Black"/>
              </a:rPr>
              <a:t> </a:t>
            </a:r>
            <a:r>
              <a:rPr dirty="0" sz="3500" spc="-565">
                <a:solidFill>
                  <a:srgbClr val="363636"/>
                </a:solidFill>
                <a:latin typeface="Arial Black"/>
                <a:cs typeface="Arial Black"/>
              </a:rPr>
              <a:t>predictions</a:t>
            </a:r>
            <a:endParaRPr sz="3500">
              <a:latin typeface="Arial Black"/>
              <a:cs typeface="Arial Black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3147396" y="5828022"/>
            <a:ext cx="8980805" cy="26301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29565" indent="-299085">
              <a:lnSpc>
                <a:spcPct val="100000"/>
              </a:lnSpc>
              <a:spcBef>
                <a:spcPts val="100"/>
              </a:spcBef>
              <a:buClr>
                <a:srgbClr val="414141"/>
              </a:buClr>
              <a:buChar char="•"/>
              <a:tabLst>
                <a:tab pos="329565" algn="l"/>
                <a:tab pos="1828800" algn="l"/>
              </a:tabLst>
            </a:pPr>
            <a:r>
              <a:rPr dirty="0" sz="3300" spc="-10">
                <a:solidFill>
                  <a:srgbClr val="343434"/>
                </a:solidFill>
                <a:latin typeface="Arial MT"/>
                <a:cs typeface="Arial MT"/>
              </a:rPr>
              <a:t>Recall</a:t>
            </a:r>
            <a:r>
              <a:rPr dirty="0" sz="3300">
                <a:solidFill>
                  <a:srgbClr val="343434"/>
                </a:solidFill>
                <a:latin typeface="Arial MT"/>
                <a:cs typeface="Arial MT"/>
              </a:rPr>
              <a:t>	</a:t>
            </a:r>
            <a:r>
              <a:rPr dirty="0" sz="3300">
                <a:solidFill>
                  <a:srgbClr val="363636"/>
                </a:solidFill>
                <a:latin typeface="Arial MT"/>
                <a:cs typeface="Arial MT"/>
              </a:rPr>
              <a:t>ability</a:t>
            </a:r>
            <a:r>
              <a:rPr dirty="0" sz="3300" spc="-4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dirty="0" sz="3300" spc="135">
                <a:solidFill>
                  <a:srgbClr val="383838"/>
                </a:solidFill>
                <a:latin typeface="Arial MT"/>
                <a:cs typeface="Arial MT"/>
              </a:rPr>
              <a:t>to</a:t>
            </a:r>
            <a:r>
              <a:rPr dirty="0" sz="3300" spc="-18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3300">
                <a:solidFill>
                  <a:srgbClr val="363636"/>
                </a:solidFill>
                <a:latin typeface="Arial MT"/>
                <a:cs typeface="Arial MT"/>
              </a:rPr>
              <a:t>detect</a:t>
            </a:r>
            <a:r>
              <a:rPr dirty="0" sz="3300" spc="4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dirty="0" sz="3300" spc="-40">
                <a:solidFill>
                  <a:srgbClr val="3A3A3A"/>
                </a:solidFill>
                <a:latin typeface="Arial MT"/>
                <a:cs typeface="Arial MT"/>
              </a:rPr>
              <a:t>actual</a:t>
            </a:r>
            <a:r>
              <a:rPr dirty="0" sz="3300" spc="-130">
                <a:solidFill>
                  <a:srgbClr val="3A3A3A"/>
                </a:solidFill>
                <a:latin typeface="Arial MT"/>
                <a:cs typeface="Arial MT"/>
              </a:rPr>
              <a:t> </a:t>
            </a:r>
            <a:r>
              <a:rPr dirty="0" sz="3300" spc="-10">
                <a:solidFill>
                  <a:srgbClr val="343434"/>
                </a:solidFill>
                <a:latin typeface="Arial MT"/>
                <a:cs typeface="Arial MT"/>
              </a:rPr>
              <a:t>positives</a:t>
            </a:r>
            <a:endParaRPr sz="3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35"/>
              </a:spcBef>
              <a:buFont typeface="Arial MT"/>
              <a:buChar char="•"/>
            </a:pPr>
            <a:endParaRPr sz="3300">
              <a:latin typeface="Arial MT"/>
              <a:cs typeface="Arial MT"/>
            </a:endParaRPr>
          </a:p>
          <a:p>
            <a:pPr marL="328930" indent="-316230">
              <a:lnSpc>
                <a:spcPct val="100000"/>
              </a:lnSpc>
              <a:spcBef>
                <a:spcPts val="5"/>
              </a:spcBef>
              <a:buClr>
                <a:srgbClr val="424242"/>
              </a:buClr>
              <a:buChar char="•"/>
              <a:tabLst>
                <a:tab pos="328930" algn="l"/>
                <a:tab pos="2299335" algn="l"/>
              </a:tabLst>
            </a:pPr>
            <a:r>
              <a:rPr dirty="0" sz="3550" spc="-600">
                <a:solidFill>
                  <a:srgbClr val="3B3B3B"/>
                </a:solidFill>
                <a:latin typeface="Arial Black"/>
                <a:cs typeface="Arial Black"/>
              </a:rPr>
              <a:t>F1-</a:t>
            </a:r>
            <a:r>
              <a:rPr dirty="0" sz="3550" spc="-665">
                <a:solidFill>
                  <a:srgbClr val="3B3B3B"/>
                </a:solidFill>
                <a:latin typeface="Arial Black"/>
                <a:cs typeface="Arial Black"/>
              </a:rPr>
              <a:t>score</a:t>
            </a:r>
            <a:r>
              <a:rPr dirty="0" sz="3550">
                <a:solidFill>
                  <a:srgbClr val="3B3B3B"/>
                </a:solidFill>
                <a:latin typeface="Arial Black"/>
                <a:cs typeface="Arial Black"/>
              </a:rPr>
              <a:t>	</a:t>
            </a:r>
            <a:r>
              <a:rPr dirty="0" sz="3550" spc="-710">
                <a:solidFill>
                  <a:srgbClr val="383838"/>
                </a:solidFill>
                <a:latin typeface="Arial Black"/>
                <a:cs typeface="Arial Black"/>
              </a:rPr>
              <a:t>balance</a:t>
            </a:r>
            <a:r>
              <a:rPr dirty="0" sz="3550" spc="155">
                <a:solidFill>
                  <a:srgbClr val="383838"/>
                </a:solidFill>
                <a:latin typeface="Arial Black"/>
                <a:cs typeface="Arial Black"/>
              </a:rPr>
              <a:t> </a:t>
            </a:r>
            <a:r>
              <a:rPr dirty="0" sz="3550" spc="-675">
                <a:solidFill>
                  <a:srgbClr val="363636"/>
                </a:solidFill>
                <a:latin typeface="Arial Black"/>
                <a:cs typeface="Arial Black"/>
              </a:rPr>
              <a:t>between</a:t>
            </a:r>
            <a:r>
              <a:rPr dirty="0" sz="3550" spc="70">
                <a:solidFill>
                  <a:srgbClr val="363636"/>
                </a:solidFill>
                <a:latin typeface="Arial Black"/>
                <a:cs typeface="Arial Black"/>
              </a:rPr>
              <a:t> </a:t>
            </a:r>
            <a:r>
              <a:rPr dirty="0" sz="3550" spc="-625">
                <a:solidFill>
                  <a:srgbClr val="363636"/>
                </a:solidFill>
                <a:latin typeface="Arial Black"/>
                <a:cs typeface="Arial Black"/>
              </a:rPr>
              <a:t>precision</a:t>
            </a:r>
            <a:r>
              <a:rPr dirty="0" sz="3550" spc="195">
                <a:solidFill>
                  <a:srgbClr val="363636"/>
                </a:solidFill>
                <a:latin typeface="Arial Black"/>
                <a:cs typeface="Arial Black"/>
              </a:rPr>
              <a:t> </a:t>
            </a:r>
            <a:r>
              <a:rPr dirty="0" sz="3550" spc="-690">
                <a:solidFill>
                  <a:srgbClr val="3D3D3D"/>
                </a:solidFill>
                <a:latin typeface="Arial Black"/>
                <a:cs typeface="Arial Black"/>
              </a:rPr>
              <a:t>and</a:t>
            </a:r>
            <a:r>
              <a:rPr dirty="0" sz="3550" spc="-114">
                <a:solidFill>
                  <a:srgbClr val="3D3D3D"/>
                </a:solidFill>
                <a:latin typeface="Arial Black"/>
                <a:cs typeface="Arial Black"/>
              </a:rPr>
              <a:t> </a:t>
            </a:r>
            <a:r>
              <a:rPr dirty="0" sz="3550" spc="-620">
                <a:solidFill>
                  <a:srgbClr val="363636"/>
                </a:solidFill>
                <a:latin typeface="Arial Black"/>
                <a:cs typeface="Arial Black"/>
              </a:rPr>
              <a:t>recall</a:t>
            </a:r>
            <a:endParaRPr sz="3550">
              <a:latin typeface="Arial Black"/>
              <a:cs typeface="Arial Black"/>
            </a:endParaRPr>
          </a:p>
          <a:p>
            <a:pPr marL="324485" indent="-311785">
              <a:lnSpc>
                <a:spcPct val="100000"/>
              </a:lnSpc>
              <a:spcBef>
                <a:spcPts val="3929"/>
              </a:spcBef>
              <a:buClr>
                <a:srgbClr val="3D3D3D"/>
              </a:buClr>
              <a:buChar char="•"/>
              <a:tabLst>
                <a:tab pos="324485" algn="l"/>
              </a:tabLst>
            </a:pPr>
            <a:r>
              <a:rPr dirty="0" sz="3600" spc="-590">
                <a:solidFill>
                  <a:srgbClr val="2B2B2B"/>
                </a:solidFill>
                <a:latin typeface="Arial Black"/>
                <a:cs typeface="Arial Black"/>
              </a:rPr>
              <a:t>Important</a:t>
            </a:r>
            <a:r>
              <a:rPr dirty="0" sz="3600" spc="-45">
                <a:solidFill>
                  <a:srgbClr val="2B2B2B"/>
                </a:solidFill>
                <a:latin typeface="Arial Black"/>
                <a:cs typeface="Arial Black"/>
              </a:rPr>
              <a:t> </a:t>
            </a:r>
            <a:r>
              <a:rPr dirty="0" sz="3600" spc="-530">
                <a:solidFill>
                  <a:srgbClr val="383838"/>
                </a:solidFill>
                <a:latin typeface="Arial Black"/>
                <a:cs typeface="Arial Black"/>
              </a:rPr>
              <a:t>for</a:t>
            </a:r>
            <a:r>
              <a:rPr dirty="0" sz="3600" spc="-135">
                <a:solidFill>
                  <a:srgbClr val="383838"/>
                </a:solidFill>
                <a:latin typeface="Arial Black"/>
                <a:cs typeface="Arial Black"/>
              </a:rPr>
              <a:t> </a:t>
            </a:r>
            <a:r>
              <a:rPr dirty="0" sz="3600" spc="-690">
                <a:solidFill>
                  <a:srgbClr val="383838"/>
                </a:solidFill>
                <a:latin typeface="Arial Black"/>
                <a:cs typeface="Arial Black"/>
              </a:rPr>
              <a:t>imbalanced</a:t>
            </a:r>
            <a:r>
              <a:rPr dirty="0" sz="3600" spc="135">
                <a:solidFill>
                  <a:srgbClr val="383838"/>
                </a:solidFill>
                <a:latin typeface="Arial Black"/>
                <a:cs typeface="Arial Black"/>
              </a:rPr>
              <a:t> </a:t>
            </a:r>
            <a:r>
              <a:rPr dirty="0" sz="3600" spc="-705">
                <a:solidFill>
                  <a:srgbClr val="343434"/>
                </a:solidFill>
                <a:latin typeface="Arial Black"/>
                <a:cs typeface="Arial Black"/>
              </a:rPr>
              <a:t>dataset</a:t>
            </a:r>
            <a:endParaRPr sz="36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67760" y="9150575"/>
            <a:ext cx="789027" cy="281803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07303" y="9162653"/>
            <a:ext cx="3445956" cy="269726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307303" y="8631251"/>
            <a:ext cx="3445956" cy="273752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480263" y="8631251"/>
            <a:ext cx="833309" cy="281803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867760" y="8091798"/>
            <a:ext cx="801104" cy="269726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675419" y="6493567"/>
            <a:ext cx="776950" cy="346216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911903" y="6505645"/>
            <a:ext cx="841361" cy="257649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683470" y="5921908"/>
            <a:ext cx="4319523" cy="314010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618918" y="5921908"/>
            <a:ext cx="4589241" cy="314010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3812008" y="5921908"/>
            <a:ext cx="2145672" cy="293881"/>
          </a:xfrm>
          <a:prstGeom prst="rect">
            <a:avLst/>
          </a:prstGeom>
        </p:spPr>
      </p:pic>
      <p:sp>
        <p:nvSpPr>
          <p:cNvPr id="12" name="object 12" descr=""/>
          <p:cNvSpPr/>
          <p:nvPr/>
        </p:nvSpPr>
        <p:spPr>
          <a:xfrm>
            <a:off x="3381546" y="9605488"/>
            <a:ext cx="12898755" cy="0"/>
          </a:xfrm>
          <a:custGeom>
            <a:avLst/>
            <a:gdLst/>
            <a:ahLst/>
            <a:cxnLst/>
            <a:rect l="l" t="t" r="r" b="b"/>
            <a:pathLst>
              <a:path w="12898755" h="0">
                <a:moveTo>
                  <a:pt x="0" y="0"/>
                </a:moveTo>
                <a:lnTo>
                  <a:pt x="12898184" y="0"/>
                </a:lnTo>
              </a:path>
            </a:pathLst>
          </a:custGeom>
          <a:ln w="64412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3400333" y="6372794"/>
            <a:ext cx="12850495" cy="0"/>
          </a:xfrm>
          <a:custGeom>
            <a:avLst/>
            <a:gdLst/>
            <a:ahLst/>
            <a:cxnLst/>
            <a:rect l="l" t="t" r="r" b="b"/>
            <a:pathLst>
              <a:path w="12850494" h="0">
                <a:moveTo>
                  <a:pt x="0" y="0"/>
                </a:moveTo>
                <a:lnTo>
                  <a:pt x="12849877" y="0"/>
                </a:lnTo>
              </a:path>
            </a:pathLst>
          </a:custGeom>
          <a:ln w="34890">
            <a:solidFill>
              <a:srgbClr val="72727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3381546" y="5819922"/>
            <a:ext cx="12890500" cy="0"/>
          </a:xfrm>
          <a:custGeom>
            <a:avLst/>
            <a:gdLst/>
            <a:ahLst/>
            <a:cxnLst/>
            <a:rect l="l" t="t" r="r" b="b"/>
            <a:pathLst>
              <a:path w="12890500" h="0">
                <a:moveTo>
                  <a:pt x="0" y="0"/>
                </a:moveTo>
                <a:lnTo>
                  <a:pt x="12890133" y="0"/>
                </a:lnTo>
              </a:path>
            </a:pathLst>
          </a:custGeom>
          <a:ln w="72463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348889" y="1625068"/>
            <a:ext cx="17659350" cy="0"/>
          </a:xfrm>
          <a:custGeom>
            <a:avLst/>
            <a:gdLst/>
            <a:ahLst/>
            <a:cxnLst/>
            <a:rect l="l" t="t" r="r" b="b"/>
            <a:pathLst>
              <a:path w="17659350" h="0">
                <a:moveTo>
                  <a:pt x="0" y="0"/>
                </a:moveTo>
                <a:lnTo>
                  <a:pt x="17659187" y="0"/>
                </a:lnTo>
              </a:path>
            </a:pathLst>
          </a:custGeom>
          <a:ln w="18786">
            <a:solidFill>
              <a:srgbClr val="3A5E4F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6" name="object 16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4556754" y="9331735"/>
            <a:ext cx="12076" cy="20128"/>
          </a:xfrm>
          <a:prstGeom prst="rect">
            <a:avLst/>
          </a:prstGeom>
        </p:spPr>
      </p:pic>
      <p:pic>
        <p:nvPicPr>
          <p:cNvPr id="17" name="object 17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4858674" y="9363941"/>
            <a:ext cx="76487" cy="76489"/>
          </a:xfrm>
          <a:prstGeom prst="rect">
            <a:avLst/>
          </a:prstGeom>
        </p:spPr>
      </p:pic>
      <p:sp>
        <p:nvSpPr>
          <p:cNvPr id="18" name="object 18" descr=""/>
          <p:cNvSpPr txBox="1"/>
          <p:nvPr/>
        </p:nvSpPr>
        <p:spPr>
          <a:xfrm>
            <a:off x="14252857" y="9334889"/>
            <a:ext cx="737870" cy="24193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5645"/>
              </a:lnSpc>
            </a:pPr>
            <a:r>
              <a:rPr dirty="0" sz="5000" spc="-1135">
                <a:solidFill>
                  <a:srgbClr val="898989"/>
                </a:solidFill>
                <a:latin typeface="Arial MT"/>
                <a:cs typeface="Arial MT"/>
              </a:rPr>
              <a:t>8</a:t>
            </a:r>
            <a:endParaRPr sz="5000">
              <a:latin typeface="Arial MT"/>
              <a:cs typeface="Arial MT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14697516" y="9333734"/>
            <a:ext cx="775335" cy="249554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5935"/>
              </a:lnSpc>
            </a:pPr>
            <a:r>
              <a:rPr dirty="0" sz="5250" spc="-1220">
                <a:solidFill>
                  <a:srgbClr val="6D6D6D"/>
                </a:solidFill>
                <a:latin typeface="Arial MT"/>
                <a:cs typeface="Arial MT"/>
              </a:rPr>
              <a:t>8</a:t>
            </a:r>
            <a:endParaRPr sz="5250">
              <a:latin typeface="Arial MT"/>
              <a:cs typeface="Arial MT"/>
            </a:endParaRPr>
          </a:p>
        </p:txBody>
      </p:sp>
      <p:sp>
        <p:nvSpPr>
          <p:cNvPr id="20" name="object 20" descr=""/>
          <p:cNvSpPr/>
          <p:nvPr/>
        </p:nvSpPr>
        <p:spPr>
          <a:xfrm>
            <a:off x="338154" y="10056373"/>
            <a:ext cx="19439890" cy="866140"/>
          </a:xfrm>
          <a:custGeom>
            <a:avLst/>
            <a:gdLst/>
            <a:ahLst/>
            <a:cxnLst/>
            <a:rect l="l" t="t" r="r" b="b"/>
            <a:pathLst>
              <a:path w="19439890" h="866140">
                <a:moveTo>
                  <a:pt x="19439867" y="865540"/>
                </a:moveTo>
                <a:lnTo>
                  <a:pt x="0" y="865540"/>
                </a:lnTo>
                <a:lnTo>
                  <a:pt x="0" y="0"/>
                </a:lnTo>
                <a:lnTo>
                  <a:pt x="19439867" y="0"/>
                </a:lnTo>
                <a:lnTo>
                  <a:pt x="19439867" y="8655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1" name="object 21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1899827" y="7012892"/>
            <a:ext cx="865514" cy="281803"/>
          </a:xfrm>
          <a:prstGeom prst="rect">
            <a:avLst/>
          </a:prstGeom>
        </p:spPr>
      </p:pic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6809" rIns="0" bIns="0" rtlCol="0" vert="horz">
            <a:spAutoFit/>
          </a:bodyPr>
          <a:lstStyle/>
          <a:p>
            <a:pPr marL="163830">
              <a:lnSpc>
                <a:spcPct val="100000"/>
              </a:lnSpc>
              <a:spcBef>
                <a:spcPts val="120"/>
              </a:spcBef>
            </a:pPr>
            <a:r>
              <a:rPr dirty="0" sz="4600" spc="-1030"/>
              <a:t>RESULT</a:t>
            </a:r>
            <a:r>
              <a:rPr dirty="0" sz="4600" spc="-175"/>
              <a:t> </a:t>
            </a:r>
            <a:r>
              <a:rPr dirty="0" sz="4600" spc="-695">
                <a:solidFill>
                  <a:srgbClr val="3F3F3F"/>
                </a:solidFill>
              </a:rPr>
              <a:t>&amp;</a:t>
            </a:r>
            <a:r>
              <a:rPr dirty="0" sz="4600" spc="-350">
                <a:solidFill>
                  <a:srgbClr val="3F3F3F"/>
                </a:solidFill>
              </a:rPr>
              <a:t> </a:t>
            </a:r>
            <a:r>
              <a:rPr dirty="0" sz="4600" spc="-880">
                <a:solidFill>
                  <a:srgbClr val="2F2F2F"/>
                </a:solidFill>
              </a:rPr>
              <a:t>DISCUSSION</a:t>
            </a:r>
            <a:endParaRPr sz="4600"/>
          </a:p>
        </p:txBody>
      </p:sp>
      <p:sp>
        <p:nvSpPr>
          <p:cNvPr id="30" name="object 30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585"/>
              </a:lnSpc>
            </a:pPr>
            <a:r>
              <a:rPr dirty="0" spc="-20"/>
              <a:t>ICITIIT</a:t>
            </a:r>
            <a:r>
              <a:rPr dirty="0" spc="-5"/>
              <a:t> </a:t>
            </a:r>
            <a:r>
              <a:rPr dirty="0" spc="-40"/>
              <a:t>2026</a:t>
            </a:r>
          </a:p>
        </p:txBody>
      </p:sp>
      <p:sp>
        <p:nvSpPr>
          <p:cNvPr id="31" name="object 3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666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9"/>
              </a:spcBef>
            </a:pPr>
            <a:r>
              <a:rPr dirty="0">
                <a:solidFill>
                  <a:srgbClr val="008952"/>
                </a:solidFill>
              </a:rPr>
              <a:t>›</a:t>
            </a:r>
            <a:r>
              <a:rPr dirty="0" spc="210">
                <a:solidFill>
                  <a:srgbClr val="008952"/>
                </a:solidFill>
              </a:rPr>
              <a:t> </a:t>
            </a:r>
            <a:r>
              <a:rPr dirty="0" spc="-210"/>
              <a:t>Scanned</a:t>
            </a:r>
            <a:r>
              <a:rPr dirty="0" spc="30"/>
              <a:t> </a:t>
            </a:r>
            <a:r>
              <a:rPr dirty="0" spc="-195"/>
              <a:t>with</a:t>
            </a:r>
            <a:r>
              <a:rPr dirty="0" spc="-80"/>
              <a:t> </a:t>
            </a:r>
            <a:r>
              <a:rPr dirty="0" spc="-260">
                <a:solidFill>
                  <a:srgbClr val="131313"/>
                </a:solidFill>
              </a:rPr>
              <a:t>OKEN</a:t>
            </a:r>
            <a:r>
              <a:rPr dirty="0" spc="-20">
                <a:solidFill>
                  <a:srgbClr val="131313"/>
                </a:solidFill>
              </a:rPr>
              <a:t> </a:t>
            </a:r>
            <a:r>
              <a:rPr dirty="0" spc="-190">
                <a:solidFill>
                  <a:srgbClr val="161616"/>
                </a:solidFill>
              </a:rPr>
              <a:t>Scanner</a:t>
            </a:r>
          </a:p>
        </p:txBody>
      </p:sp>
      <p:sp>
        <p:nvSpPr>
          <p:cNvPr id="23" name="object 23" descr=""/>
          <p:cNvSpPr txBox="1"/>
          <p:nvPr/>
        </p:nvSpPr>
        <p:spPr>
          <a:xfrm>
            <a:off x="3146413" y="2641624"/>
            <a:ext cx="9415780" cy="26911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29565" indent="-316865">
              <a:lnSpc>
                <a:spcPct val="100000"/>
              </a:lnSpc>
              <a:spcBef>
                <a:spcPts val="95"/>
              </a:spcBef>
              <a:buClr>
                <a:srgbClr val="414141"/>
              </a:buClr>
              <a:buChar char="•"/>
              <a:tabLst>
                <a:tab pos="329565" algn="l"/>
              </a:tabLst>
            </a:pPr>
            <a:r>
              <a:rPr dirty="0" sz="3700" spc="-715">
                <a:solidFill>
                  <a:srgbClr val="313131"/>
                </a:solidFill>
                <a:latin typeface="Arial Black"/>
                <a:cs typeface="Arial Black"/>
              </a:rPr>
              <a:t>EfficientNetBO</a:t>
            </a:r>
            <a:r>
              <a:rPr dirty="0" sz="3700" spc="-345">
                <a:solidFill>
                  <a:srgbClr val="313131"/>
                </a:solidFill>
                <a:latin typeface="Arial Black"/>
                <a:cs typeface="Arial Black"/>
              </a:rPr>
              <a:t> </a:t>
            </a:r>
            <a:r>
              <a:rPr dirty="0" sz="3700" spc="-760">
                <a:solidFill>
                  <a:srgbClr val="343434"/>
                </a:solidFill>
                <a:latin typeface="Arial Black"/>
                <a:cs typeface="Arial Black"/>
              </a:rPr>
              <a:t>achieved</a:t>
            </a:r>
            <a:r>
              <a:rPr dirty="0" sz="3700" spc="60">
                <a:solidFill>
                  <a:srgbClr val="343434"/>
                </a:solidFill>
                <a:latin typeface="Arial Black"/>
                <a:cs typeface="Arial Black"/>
              </a:rPr>
              <a:t> </a:t>
            </a:r>
            <a:r>
              <a:rPr dirty="0" sz="3700" spc="-735">
                <a:solidFill>
                  <a:srgbClr val="363636"/>
                </a:solidFill>
                <a:latin typeface="Arial Black"/>
                <a:cs typeface="Arial Black"/>
              </a:rPr>
              <a:t>highest</a:t>
            </a:r>
            <a:r>
              <a:rPr dirty="0" sz="3700" spc="30">
                <a:solidFill>
                  <a:srgbClr val="363636"/>
                </a:solidFill>
                <a:latin typeface="Arial Black"/>
                <a:cs typeface="Arial Black"/>
              </a:rPr>
              <a:t> </a:t>
            </a:r>
            <a:r>
              <a:rPr dirty="0" sz="3700" spc="-580">
                <a:solidFill>
                  <a:srgbClr val="2F2F2F"/>
                </a:solidFill>
                <a:latin typeface="Arial Black"/>
                <a:cs typeface="Arial Black"/>
              </a:rPr>
              <a:t>acc</a:t>
            </a:r>
            <a:r>
              <a:rPr dirty="0" sz="3700" spc="-480">
                <a:solidFill>
                  <a:srgbClr val="2F2F2F"/>
                </a:solidFill>
                <a:latin typeface="Arial Black"/>
                <a:cs typeface="Arial Black"/>
              </a:rPr>
              <a:t>u</a:t>
            </a:r>
            <a:r>
              <a:rPr dirty="0" baseline="1501" sz="5550" spc="-839">
                <a:solidFill>
                  <a:srgbClr val="2F2F2F"/>
                </a:solidFill>
                <a:latin typeface="Arial Black"/>
                <a:cs typeface="Arial Black"/>
              </a:rPr>
              <a:t>r</a:t>
            </a:r>
            <a:r>
              <a:rPr dirty="0" sz="3700" spc="-580">
                <a:solidFill>
                  <a:srgbClr val="2F2F2F"/>
                </a:solidFill>
                <a:latin typeface="Arial Black"/>
                <a:cs typeface="Arial Black"/>
              </a:rPr>
              <a:t>ac</a:t>
            </a:r>
            <a:r>
              <a:rPr dirty="0" sz="3700" spc="-2700">
                <a:solidFill>
                  <a:srgbClr val="2F2F2F"/>
                </a:solidFill>
                <a:latin typeface="Arial Black"/>
                <a:cs typeface="Arial Black"/>
              </a:rPr>
              <a:t>y</a:t>
            </a:r>
            <a:r>
              <a:rPr dirty="0" sz="3700" spc="-580">
                <a:solidFill>
                  <a:srgbClr val="343434"/>
                </a:solidFill>
                <a:latin typeface="Arial Black"/>
                <a:cs typeface="Arial Black"/>
              </a:rPr>
              <a:t>(</a:t>
            </a:r>
            <a:r>
              <a:rPr dirty="0" sz="3700" spc="-570">
                <a:solidFill>
                  <a:srgbClr val="343434"/>
                </a:solidFill>
                <a:latin typeface="Arial Black"/>
                <a:cs typeface="Arial Black"/>
              </a:rPr>
              <a:t>90.21%)</a:t>
            </a:r>
            <a:endParaRPr sz="3700">
              <a:latin typeface="Arial Black"/>
              <a:cs typeface="Arial Black"/>
            </a:endParaRPr>
          </a:p>
          <a:p>
            <a:pPr marL="330200" indent="-317500">
              <a:lnSpc>
                <a:spcPct val="100000"/>
              </a:lnSpc>
              <a:spcBef>
                <a:spcPts val="3835"/>
              </a:spcBef>
              <a:buClr>
                <a:srgbClr val="3F3F3F"/>
              </a:buClr>
              <a:buChar char="•"/>
              <a:tabLst>
                <a:tab pos="330200" algn="l"/>
              </a:tabLst>
            </a:pPr>
            <a:r>
              <a:rPr dirty="0" sz="3700" spc="-690">
                <a:solidFill>
                  <a:srgbClr val="383838"/>
                </a:solidFill>
                <a:latin typeface="Arial Black"/>
                <a:cs typeface="Arial Black"/>
              </a:rPr>
              <a:t>MobileNetV3</a:t>
            </a:r>
            <a:r>
              <a:rPr dirty="0" sz="3700" spc="225">
                <a:solidFill>
                  <a:srgbClr val="383838"/>
                </a:solidFill>
                <a:latin typeface="Arial Black"/>
                <a:cs typeface="Arial Black"/>
              </a:rPr>
              <a:t> </a:t>
            </a:r>
            <a:r>
              <a:rPr dirty="0" sz="3700" spc="-745">
                <a:solidFill>
                  <a:srgbClr val="3A3A3A"/>
                </a:solidFill>
                <a:latin typeface="Arial Black"/>
                <a:cs typeface="Arial Black"/>
              </a:rPr>
              <a:t>also</a:t>
            </a:r>
            <a:r>
              <a:rPr dirty="0" sz="3700" spc="-200">
                <a:solidFill>
                  <a:srgbClr val="3A3A3A"/>
                </a:solidFill>
                <a:latin typeface="Arial Black"/>
                <a:cs typeface="Arial Black"/>
              </a:rPr>
              <a:t> </a:t>
            </a:r>
            <a:r>
              <a:rPr dirty="0" sz="3700" spc="-815">
                <a:solidFill>
                  <a:srgbClr val="343434"/>
                </a:solidFill>
                <a:latin typeface="Arial Black"/>
                <a:cs typeface="Arial Black"/>
              </a:rPr>
              <a:t>showed</a:t>
            </a:r>
            <a:r>
              <a:rPr dirty="0" sz="3700" spc="-55">
                <a:solidFill>
                  <a:srgbClr val="343434"/>
                </a:solidFill>
                <a:latin typeface="Arial Black"/>
                <a:cs typeface="Arial Black"/>
              </a:rPr>
              <a:t> </a:t>
            </a:r>
            <a:r>
              <a:rPr dirty="0" sz="3700" spc="-675">
                <a:solidFill>
                  <a:srgbClr val="383838"/>
                </a:solidFill>
                <a:latin typeface="Arial Black"/>
                <a:cs typeface="Arial Black"/>
              </a:rPr>
              <a:t>strong</a:t>
            </a:r>
            <a:r>
              <a:rPr dirty="0" sz="3700" spc="-315">
                <a:solidFill>
                  <a:srgbClr val="383838"/>
                </a:solidFill>
                <a:latin typeface="Arial Black"/>
                <a:cs typeface="Arial Black"/>
              </a:rPr>
              <a:t> </a:t>
            </a:r>
            <a:r>
              <a:rPr dirty="0" sz="3700" spc="-715">
                <a:solidFill>
                  <a:srgbClr val="363636"/>
                </a:solidFill>
                <a:latin typeface="Arial Black"/>
                <a:cs typeface="Arial Black"/>
              </a:rPr>
              <a:t>performance</a:t>
            </a:r>
            <a:endParaRPr sz="3700">
              <a:latin typeface="Arial Black"/>
              <a:cs typeface="Arial Black"/>
            </a:endParaRPr>
          </a:p>
          <a:p>
            <a:pPr marL="335915" indent="-306070">
              <a:lnSpc>
                <a:spcPct val="100000"/>
              </a:lnSpc>
              <a:spcBef>
                <a:spcPts val="4015"/>
              </a:spcBef>
              <a:buClr>
                <a:srgbClr val="383838"/>
              </a:buClr>
              <a:buChar char="•"/>
              <a:tabLst>
                <a:tab pos="335915" algn="l"/>
              </a:tabLst>
            </a:pPr>
            <a:r>
              <a:rPr dirty="0" sz="3550" spc="-190">
                <a:solidFill>
                  <a:srgbClr val="343434"/>
                </a:solidFill>
                <a:latin typeface="Arial MT"/>
                <a:cs typeface="Arial MT"/>
              </a:rPr>
              <a:t>Quantum</a:t>
            </a:r>
            <a:r>
              <a:rPr dirty="0" sz="3550" spc="-55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dirty="0" sz="3550" spc="-215">
                <a:solidFill>
                  <a:srgbClr val="383838"/>
                </a:solidFill>
                <a:latin typeface="Arial MT"/>
                <a:cs typeface="Arial MT"/>
              </a:rPr>
              <a:t>models</a:t>
            </a:r>
            <a:r>
              <a:rPr dirty="0" sz="3550" spc="-6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3550" spc="-220">
                <a:solidFill>
                  <a:srgbClr val="383838"/>
                </a:solidFill>
                <a:latin typeface="Arial MT"/>
                <a:cs typeface="Arial MT"/>
              </a:rPr>
              <a:t>showed</a:t>
            </a:r>
            <a:r>
              <a:rPr dirty="0" sz="3550" spc="-3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3550" spc="-85">
                <a:solidFill>
                  <a:srgbClr val="363636"/>
                </a:solidFill>
                <a:latin typeface="Arial MT"/>
                <a:cs typeface="Arial MT"/>
              </a:rPr>
              <a:t>lower</a:t>
            </a:r>
            <a:r>
              <a:rPr dirty="0" sz="3550" spc="-9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dirty="0" sz="3550" spc="-280">
                <a:solidFill>
                  <a:srgbClr val="3B3B3B"/>
                </a:solidFill>
                <a:latin typeface="Arial MT"/>
                <a:cs typeface="Arial MT"/>
              </a:rPr>
              <a:t>accuracy</a:t>
            </a:r>
            <a:endParaRPr sz="3550">
              <a:latin typeface="Arial MT"/>
              <a:cs typeface="Arial MT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3621702" y="6685287"/>
            <a:ext cx="2353945" cy="284353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ts val="5560"/>
              </a:lnSpc>
              <a:spcBef>
                <a:spcPts val="114"/>
              </a:spcBef>
            </a:pPr>
            <a:r>
              <a:rPr dirty="0" sz="4650" spc="-275">
                <a:solidFill>
                  <a:srgbClr val="131313"/>
                </a:solidFill>
                <a:latin typeface="Cambria"/>
                <a:cs typeface="Cambria"/>
              </a:rPr>
              <a:t>9svc</a:t>
            </a:r>
            <a:endParaRPr sz="4650">
              <a:latin typeface="Cambria"/>
              <a:cs typeface="Cambria"/>
            </a:endParaRPr>
          </a:p>
          <a:p>
            <a:pPr marL="15240">
              <a:lnSpc>
                <a:spcPts val="4120"/>
              </a:lnSpc>
            </a:pPr>
            <a:r>
              <a:rPr dirty="0" sz="3450" spc="-254">
                <a:solidFill>
                  <a:srgbClr val="262626"/>
                </a:solidFill>
                <a:latin typeface="Cambria"/>
                <a:cs typeface="Cambria"/>
              </a:rPr>
              <a:t>Efani-</a:t>
            </a:r>
            <a:r>
              <a:rPr dirty="0" sz="3450" spc="-325">
                <a:solidFill>
                  <a:srgbClr val="262626"/>
                </a:solidFill>
                <a:latin typeface="Cambria"/>
                <a:cs typeface="Cambria"/>
              </a:rPr>
              <a:t>Net</a:t>
            </a:r>
            <a:endParaRPr sz="3450">
              <a:latin typeface="Cambria"/>
              <a:cs typeface="Cambria"/>
            </a:endParaRPr>
          </a:p>
          <a:p>
            <a:pPr marL="29209">
              <a:lnSpc>
                <a:spcPct val="100000"/>
              </a:lnSpc>
              <a:spcBef>
                <a:spcPts val="70"/>
              </a:spcBef>
            </a:pPr>
            <a:r>
              <a:rPr dirty="0" sz="3300" spc="-75">
                <a:latin typeface="Cambria"/>
                <a:cs typeface="Cambria"/>
              </a:rPr>
              <a:t>MobileNeiV3</a:t>
            </a:r>
            <a:endParaRPr sz="3300">
              <a:latin typeface="Cambria"/>
              <a:cs typeface="Cambria"/>
            </a:endParaRPr>
          </a:p>
          <a:p>
            <a:pPr marL="28575">
              <a:lnSpc>
                <a:spcPct val="100000"/>
              </a:lnSpc>
              <a:spcBef>
                <a:spcPts val="330"/>
              </a:spcBef>
            </a:pPr>
            <a:r>
              <a:rPr dirty="0" sz="3350" spc="-20">
                <a:latin typeface="Cambria"/>
                <a:cs typeface="Cambria"/>
              </a:rPr>
              <a:t>ResNeil8</a:t>
            </a:r>
            <a:endParaRPr sz="3350">
              <a:latin typeface="Cambria"/>
              <a:cs typeface="Cambria"/>
            </a:endParaRPr>
          </a:p>
          <a:p>
            <a:pPr marL="15240">
              <a:lnSpc>
                <a:spcPct val="100000"/>
              </a:lnSpc>
              <a:spcBef>
                <a:spcPts val="20"/>
              </a:spcBef>
            </a:pPr>
            <a:r>
              <a:rPr dirty="0" sz="3400" spc="-175">
                <a:solidFill>
                  <a:srgbClr val="131313"/>
                </a:solidFill>
                <a:latin typeface="Cambria"/>
                <a:cs typeface="Cambria"/>
              </a:rPr>
              <a:t>EfficiemNuBO</a:t>
            </a:r>
            <a:endParaRPr sz="3400">
              <a:latin typeface="Cambria"/>
              <a:cs typeface="Cambria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6828029" y="6316929"/>
            <a:ext cx="879475" cy="16275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450" spc="-290">
                <a:solidFill>
                  <a:srgbClr val="151515"/>
                </a:solidFill>
                <a:latin typeface="Times New Roman"/>
                <a:cs typeface="Times New Roman"/>
              </a:rPr>
              <a:t>62.•O</a:t>
            </a:r>
            <a:endParaRPr sz="3450">
              <a:latin typeface="Times New Roman"/>
              <a:cs typeface="Times New Roman"/>
            </a:endParaRPr>
          </a:p>
          <a:p>
            <a:pPr marL="13335">
              <a:lnSpc>
                <a:spcPct val="100000"/>
              </a:lnSpc>
              <a:spcBef>
                <a:spcPts val="100"/>
              </a:spcBef>
            </a:pPr>
            <a:r>
              <a:rPr dirty="0" sz="3300" spc="-140">
                <a:solidFill>
                  <a:srgbClr val="2D2D2D"/>
                </a:solidFill>
                <a:latin typeface="Times New Roman"/>
                <a:cs typeface="Times New Roman"/>
              </a:rPr>
              <a:t>65.10</a:t>
            </a:r>
            <a:endParaRPr sz="3300">
              <a:latin typeface="Times New Roman"/>
              <a:cs typeface="Times New Roman"/>
            </a:endParaRPr>
          </a:p>
          <a:p>
            <a:pPr marL="14604">
              <a:lnSpc>
                <a:spcPct val="100000"/>
              </a:lnSpc>
              <a:spcBef>
                <a:spcPts val="185"/>
              </a:spcBef>
            </a:pPr>
            <a:r>
              <a:rPr dirty="0" sz="3500" spc="-85">
                <a:solidFill>
                  <a:srgbClr val="3A3A3A"/>
                </a:solidFill>
                <a:latin typeface="Times New Roman"/>
                <a:cs typeface="Times New Roman"/>
              </a:rPr>
              <a:t>79.&amp;</a:t>
            </a:r>
            <a:endParaRPr sz="3500">
              <a:latin typeface="Times New Roman"/>
              <a:cs typeface="Times New Roman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6849249" y="8460205"/>
            <a:ext cx="835660" cy="549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3400" spc="-790">
                <a:solidFill>
                  <a:srgbClr val="1A1A1A"/>
                </a:solidFill>
                <a:latin typeface="Arial Black"/>
                <a:cs typeface="Arial Black"/>
              </a:rPr>
              <a:t>83.62</a:t>
            </a:r>
            <a:endParaRPr sz="3400">
              <a:latin typeface="Arial Black"/>
              <a:cs typeface="Arial Black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9267918" y="6322521"/>
            <a:ext cx="909955" cy="213296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3400" spc="-605">
                <a:solidFill>
                  <a:srgbClr val="1F1F1F"/>
                </a:solidFill>
                <a:latin typeface="Arial Black"/>
                <a:cs typeface="Arial Black"/>
              </a:rPr>
              <a:t>62.QI</a:t>
            </a:r>
            <a:endParaRPr sz="3400">
              <a:latin typeface="Arial Black"/>
              <a:cs typeface="Arial Black"/>
            </a:endParaRPr>
          </a:p>
          <a:p>
            <a:pPr marL="13335">
              <a:lnSpc>
                <a:spcPct val="100000"/>
              </a:lnSpc>
              <a:spcBef>
                <a:spcPts val="155"/>
              </a:spcBef>
            </a:pPr>
            <a:r>
              <a:rPr dirty="0" sz="3250" spc="-630">
                <a:solidFill>
                  <a:srgbClr val="343434"/>
                </a:solidFill>
                <a:latin typeface="Arial Black"/>
                <a:cs typeface="Arial Black"/>
              </a:rPr>
              <a:t>65.IXI</a:t>
            </a:r>
            <a:endParaRPr sz="325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dirty="0" sz="3300" spc="-540">
                <a:solidFill>
                  <a:srgbClr val="3B3B3B"/>
                </a:solidFill>
                <a:latin typeface="Arial Black"/>
                <a:cs typeface="Arial Black"/>
              </a:rPr>
              <a:t>79.QI</a:t>
            </a:r>
            <a:endParaRPr sz="3300">
              <a:latin typeface="Arial Black"/>
              <a:cs typeface="Arial Black"/>
            </a:endParaRPr>
          </a:p>
          <a:p>
            <a:pPr marL="21590">
              <a:lnSpc>
                <a:spcPct val="100000"/>
              </a:lnSpc>
              <a:spcBef>
                <a:spcPts val="45"/>
              </a:spcBef>
            </a:pPr>
            <a:r>
              <a:rPr dirty="0" sz="3350" spc="-720">
                <a:solidFill>
                  <a:srgbClr val="131313"/>
                </a:solidFill>
                <a:latin typeface="Arial Black"/>
                <a:cs typeface="Arial Black"/>
              </a:rPr>
              <a:t>89.tXI</a:t>
            </a:r>
            <a:endParaRPr sz="3350">
              <a:latin typeface="Arial Black"/>
              <a:cs typeface="Arial Black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11867738" y="7393375"/>
            <a:ext cx="911860" cy="106108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3400" spc="-605">
                <a:solidFill>
                  <a:srgbClr val="424242"/>
                </a:solidFill>
                <a:latin typeface="Arial Black"/>
                <a:cs typeface="Arial Black"/>
              </a:rPr>
              <a:t>79.QI</a:t>
            </a:r>
            <a:endParaRPr sz="3400">
              <a:latin typeface="Arial Black"/>
              <a:cs typeface="Arial Black"/>
            </a:endParaRPr>
          </a:p>
          <a:p>
            <a:pPr marL="26670">
              <a:lnSpc>
                <a:spcPct val="100000"/>
              </a:lnSpc>
              <a:spcBef>
                <a:spcPts val="75"/>
              </a:spcBef>
            </a:pPr>
            <a:r>
              <a:rPr dirty="0" sz="3300" spc="-560">
                <a:solidFill>
                  <a:srgbClr val="282828"/>
                </a:solidFill>
                <a:latin typeface="Arial Black"/>
                <a:cs typeface="Arial Black"/>
              </a:rPr>
              <a:t>89.QI</a:t>
            </a:r>
            <a:endParaRPr sz="3300">
              <a:latin typeface="Arial Black"/>
              <a:cs typeface="Arial Black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14415110" y="6311338"/>
            <a:ext cx="905510" cy="163322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20320">
              <a:lnSpc>
                <a:spcPct val="100000"/>
              </a:lnSpc>
              <a:spcBef>
                <a:spcPts val="120"/>
              </a:spcBef>
            </a:pPr>
            <a:r>
              <a:rPr dirty="0" sz="3500" spc="-20">
                <a:solidFill>
                  <a:srgbClr val="1F1F1F"/>
                </a:solidFill>
                <a:latin typeface="Cambria"/>
                <a:cs typeface="Cambria"/>
              </a:rPr>
              <a:t>S2.&amp;</a:t>
            </a:r>
            <a:endParaRPr sz="3500">
              <a:latin typeface="Cambria"/>
              <a:cs typeface="Cambria"/>
            </a:endParaRPr>
          </a:p>
          <a:p>
            <a:pPr marL="17780">
              <a:lnSpc>
                <a:spcPct val="100000"/>
              </a:lnSpc>
              <a:spcBef>
                <a:spcPts val="40"/>
              </a:spcBef>
            </a:pPr>
            <a:r>
              <a:rPr dirty="0" sz="3350" spc="-20">
                <a:solidFill>
                  <a:srgbClr val="3A3A3A"/>
                </a:solidFill>
                <a:latin typeface="Cambria"/>
                <a:cs typeface="Cambria"/>
              </a:rPr>
              <a:t>65.&amp;</a:t>
            </a:r>
            <a:endParaRPr sz="33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z="3500" spc="-20">
                <a:solidFill>
                  <a:srgbClr val="3B3B3B"/>
                </a:solidFill>
                <a:latin typeface="Cambria"/>
                <a:cs typeface="Cambria"/>
              </a:rPr>
              <a:t>79.&amp;</a:t>
            </a:r>
            <a:endParaRPr sz="35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338154" y="10056373"/>
            <a:ext cx="19439890" cy="866140"/>
          </a:xfrm>
          <a:custGeom>
            <a:avLst/>
            <a:gdLst/>
            <a:ahLst/>
            <a:cxnLst/>
            <a:rect l="l" t="t" r="r" b="b"/>
            <a:pathLst>
              <a:path w="19439890" h="866140">
                <a:moveTo>
                  <a:pt x="19439867" y="865540"/>
                </a:moveTo>
                <a:lnTo>
                  <a:pt x="0" y="865540"/>
                </a:lnTo>
                <a:lnTo>
                  <a:pt x="0" y="0"/>
                </a:lnTo>
                <a:lnTo>
                  <a:pt x="19439867" y="0"/>
                </a:lnTo>
                <a:lnTo>
                  <a:pt x="19439867" y="8655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0330" rIns="0" bIns="0" rtlCol="0" vert="horz">
            <a:spAutoFit/>
          </a:bodyPr>
          <a:lstStyle/>
          <a:p>
            <a:pPr marL="164465">
              <a:lnSpc>
                <a:spcPct val="100000"/>
              </a:lnSpc>
              <a:spcBef>
                <a:spcPts val="110"/>
              </a:spcBef>
            </a:pPr>
            <a:r>
              <a:rPr dirty="0" sz="4700" spc="-955">
                <a:solidFill>
                  <a:srgbClr val="3B3B3B"/>
                </a:solidFill>
              </a:rPr>
              <a:t>CONCLUSION</a:t>
            </a:r>
            <a:r>
              <a:rPr dirty="0" sz="4700" spc="10">
                <a:solidFill>
                  <a:srgbClr val="3B3B3B"/>
                </a:solidFill>
              </a:rPr>
              <a:t> </a:t>
            </a:r>
            <a:r>
              <a:rPr dirty="0" sz="4700" spc="-755">
                <a:solidFill>
                  <a:srgbClr val="333333"/>
                </a:solidFill>
              </a:rPr>
              <a:t>&amp;</a:t>
            </a:r>
            <a:r>
              <a:rPr dirty="0" sz="4700" spc="-390">
                <a:solidFill>
                  <a:srgbClr val="333333"/>
                </a:solidFill>
              </a:rPr>
              <a:t> </a:t>
            </a:r>
            <a:r>
              <a:rPr dirty="0" sz="4700" spc="-1005">
                <a:solidFill>
                  <a:srgbClr val="363636"/>
                </a:solidFill>
              </a:rPr>
              <a:t>FUTURE</a:t>
            </a:r>
            <a:r>
              <a:rPr dirty="0" sz="4700" spc="-75">
                <a:solidFill>
                  <a:srgbClr val="363636"/>
                </a:solidFill>
              </a:rPr>
              <a:t> </a:t>
            </a:r>
            <a:r>
              <a:rPr dirty="0" sz="4700" spc="-1050">
                <a:solidFill>
                  <a:srgbClr val="363636"/>
                </a:solidFill>
              </a:rPr>
              <a:t>SCOPE</a:t>
            </a:r>
            <a:endParaRPr sz="4700"/>
          </a:p>
        </p:txBody>
      </p:sp>
      <p:sp>
        <p:nvSpPr>
          <p:cNvPr id="5" name="object 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585"/>
              </a:lnSpc>
            </a:pPr>
            <a:r>
              <a:rPr dirty="0" spc="-20"/>
              <a:t>ICITIIT</a:t>
            </a:r>
            <a:r>
              <a:rPr dirty="0" spc="-5"/>
              <a:t> </a:t>
            </a:r>
            <a:r>
              <a:rPr dirty="0" spc="-40"/>
              <a:t>2026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666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9"/>
              </a:spcBef>
            </a:pPr>
            <a:r>
              <a:rPr dirty="0">
                <a:solidFill>
                  <a:srgbClr val="008952"/>
                </a:solidFill>
              </a:rPr>
              <a:t>›</a:t>
            </a:r>
            <a:r>
              <a:rPr dirty="0" spc="210">
                <a:solidFill>
                  <a:srgbClr val="008952"/>
                </a:solidFill>
              </a:rPr>
              <a:t> </a:t>
            </a:r>
            <a:r>
              <a:rPr dirty="0" spc="-210"/>
              <a:t>Scanned</a:t>
            </a:r>
            <a:r>
              <a:rPr dirty="0" spc="30"/>
              <a:t> </a:t>
            </a:r>
            <a:r>
              <a:rPr dirty="0" spc="-195"/>
              <a:t>with</a:t>
            </a:r>
            <a:r>
              <a:rPr dirty="0" spc="-80"/>
              <a:t> </a:t>
            </a:r>
            <a:r>
              <a:rPr dirty="0" spc="-260">
                <a:solidFill>
                  <a:srgbClr val="131313"/>
                </a:solidFill>
              </a:rPr>
              <a:t>OKEN</a:t>
            </a:r>
            <a:r>
              <a:rPr dirty="0" spc="-20">
                <a:solidFill>
                  <a:srgbClr val="131313"/>
                </a:solidFill>
              </a:rPr>
              <a:t> </a:t>
            </a:r>
            <a:r>
              <a:rPr dirty="0" spc="-190">
                <a:solidFill>
                  <a:srgbClr val="161616"/>
                </a:solidFill>
              </a:rPr>
              <a:t>Scanner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3138267" y="1906027"/>
            <a:ext cx="11889105" cy="80181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3335">
              <a:lnSpc>
                <a:spcPct val="100000"/>
              </a:lnSpc>
              <a:spcBef>
                <a:spcPts val="105"/>
              </a:spcBef>
            </a:pPr>
            <a:r>
              <a:rPr dirty="0" sz="4000" spc="-710">
                <a:solidFill>
                  <a:srgbClr val="383838"/>
                </a:solidFill>
                <a:latin typeface="Arial Black"/>
                <a:cs typeface="Arial Black"/>
              </a:rPr>
              <a:t>Conclusion:</a:t>
            </a:r>
            <a:endParaRPr sz="4000">
              <a:latin typeface="Arial Black"/>
              <a:cs typeface="Arial Black"/>
            </a:endParaRPr>
          </a:p>
          <a:p>
            <a:pPr marL="1049020" indent="-313690">
              <a:lnSpc>
                <a:spcPct val="100000"/>
              </a:lnSpc>
              <a:spcBef>
                <a:spcPts val="4035"/>
              </a:spcBef>
              <a:buClr>
                <a:srgbClr val="3B3B3B"/>
              </a:buClr>
              <a:buChar char="•"/>
              <a:tabLst>
                <a:tab pos="1049020" algn="l"/>
              </a:tabLst>
            </a:pPr>
            <a:r>
              <a:rPr dirty="0" sz="3500" spc="-640">
                <a:solidFill>
                  <a:srgbClr val="383838"/>
                </a:solidFill>
                <a:latin typeface="Arial Black"/>
                <a:cs typeface="Arial Black"/>
              </a:rPr>
              <a:t>Deep</a:t>
            </a:r>
            <a:r>
              <a:rPr dirty="0" sz="3500" spc="-120">
                <a:solidFill>
                  <a:srgbClr val="383838"/>
                </a:solidFill>
                <a:latin typeface="Arial Black"/>
                <a:cs typeface="Arial Black"/>
              </a:rPr>
              <a:t> </a:t>
            </a:r>
            <a:r>
              <a:rPr dirty="0" sz="3500" spc="-550">
                <a:solidFill>
                  <a:srgbClr val="2A2A2A"/>
                </a:solidFill>
                <a:latin typeface="Arial Black"/>
                <a:cs typeface="Arial Black"/>
              </a:rPr>
              <a:t>learning</a:t>
            </a:r>
            <a:r>
              <a:rPr dirty="0" sz="3500" spc="-65">
                <a:solidFill>
                  <a:srgbClr val="2A2A2A"/>
                </a:solidFill>
                <a:latin typeface="Arial Black"/>
                <a:cs typeface="Arial Black"/>
              </a:rPr>
              <a:t> </a:t>
            </a:r>
            <a:r>
              <a:rPr dirty="0" sz="3500" spc="-630">
                <a:solidFill>
                  <a:srgbClr val="3B3B3B"/>
                </a:solidFill>
                <a:latin typeface="Arial Black"/>
                <a:cs typeface="Arial Black"/>
              </a:rPr>
              <a:t>models</a:t>
            </a:r>
            <a:r>
              <a:rPr dirty="0" sz="3500" spc="-70">
                <a:solidFill>
                  <a:srgbClr val="3B3B3B"/>
                </a:solidFill>
                <a:latin typeface="Arial Black"/>
                <a:cs typeface="Arial Black"/>
              </a:rPr>
              <a:t> </a:t>
            </a:r>
            <a:r>
              <a:rPr dirty="0" sz="3500" spc="-535">
                <a:solidFill>
                  <a:srgbClr val="383838"/>
                </a:solidFill>
                <a:latin typeface="Arial Black"/>
                <a:cs typeface="Arial Black"/>
              </a:rPr>
              <a:t>perform</a:t>
            </a:r>
            <a:r>
              <a:rPr dirty="0" sz="3500" spc="65">
                <a:solidFill>
                  <a:srgbClr val="383838"/>
                </a:solidFill>
                <a:latin typeface="Arial Black"/>
                <a:cs typeface="Arial Black"/>
              </a:rPr>
              <a:t> </a:t>
            </a:r>
            <a:r>
              <a:rPr dirty="0" sz="3500" spc="-530">
                <a:solidFill>
                  <a:srgbClr val="3B3B3B"/>
                </a:solidFill>
                <a:latin typeface="Arial Black"/>
                <a:cs typeface="Arial Black"/>
              </a:rPr>
              <a:t>better</a:t>
            </a:r>
            <a:r>
              <a:rPr dirty="0" sz="3500" spc="-90">
                <a:solidFill>
                  <a:srgbClr val="3B3B3B"/>
                </a:solidFill>
                <a:latin typeface="Arial Black"/>
                <a:cs typeface="Arial Black"/>
              </a:rPr>
              <a:t> </a:t>
            </a:r>
            <a:r>
              <a:rPr dirty="0" sz="3500" spc="-585">
                <a:solidFill>
                  <a:srgbClr val="3A3A3A"/>
                </a:solidFill>
                <a:latin typeface="Arial Black"/>
                <a:cs typeface="Arial Black"/>
              </a:rPr>
              <a:t>than</a:t>
            </a:r>
            <a:r>
              <a:rPr dirty="0" sz="3500" spc="-75">
                <a:solidFill>
                  <a:srgbClr val="3A3A3A"/>
                </a:solidFill>
                <a:latin typeface="Arial Black"/>
                <a:cs typeface="Arial Black"/>
              </a:rPr>
              <a:t> </a:t>
            </a:r>
            <a:r>
              <a:rPr dirty="0" sz="3500" spc="-600">
                <a:solidFill>
                  <a:srgbClr val="383838"/>
                </a:solidFill>
                <a:latin typeface="Arial Black"/>
                <a:cs typeface="Arial Black"/>
              </a:rPr>
              <a:t>quantum</a:t>
            </a:r>
            <a:r>
              <a:rPr dirty="0" sz="3500" spc="-25">
                <a:solidFill>
                  <a:srgbClr val="383838"/>
                </a:solidFill>
                <a:latin typeface="Arial Black"/>
                <a:cs typeface="Arial Black"/>
              </a:rPr>
              <a:t> </a:t>
            </a:r>
            <a:r>
              <a:rPr dirty="0" sz="3500" spc="-640">
                <a:solidFill>
                  <a:srgbClr val="383838"/>
                </a:solidFill>
                <a:latin typeface="Arial Black"/>
                <a:cs typeface="Arial Black"/>
              </a:rPr>
              <a:t>models</a:t>
            </a:r>
            <a:endParaRPr sz="3500">
              <a:latin typeface="Arial Black"/>
              <a:cs typeface="Arial Black"/>
            </a:endParaRPr>
          </a:p>
          <a:p>
            <a:pPr lvl="1" marL="1147445" indent="-317500">
              <a:lnSpc>
                <a:spcPct val="100000"/>
              </a:lnSpc>
              <a:spcBef>
                <a:spcPts val="3810"/>
              </a:spcBef>
              <a:buClr>
                <a:srgbClr val="3F3F3F"/>
              </a:buClr>
              <a:buChar char="•"/>
              <a:tabLst>
                <a:tab pos="1147445" algn="l"/>
              </a:tabLst>
            </a:pPr>
            <a:r>
              <a:rPr dirty="0" sz="3700" spc="-715">
                <a:solidFill>
                  <a:srgbClr val="343434"/>
                </a:solidFill>
                <a:latin typeface="Arial Black"/>
                <a:cs typeface="Arial Black"/>
              </a:rPr>
              <a:t>EfficientNetBO</a:t>
            </a:r>
            <a:r>
              <a:rPr dirty="0" sz="3700" spc="-355">
                <a:solidFill>
                  <a:srgbClr val="343434"/>
                </a:solidFill>
                <a:latin typeface="Arial Black"/>
                <a:cs typeface="Arial Black"/>
              </a:rPr>
              <a:t> </a:t>
            </a:r>
            <a:r>
              <a:rPr dirty="0" sz="3700" spc="-760">
                <a:solidFill>
                  <a:srgbClr val="363636"/>
                </a:solidFill>
                <a:latin typeface="Arial Black"/>
                <a:cs typeface="Arial Black"/>
              </a:rPr>
              <a:t>achieved</a:t>
            </a:r>
            <a:r>
              <a:rPr dirty="0" sz="3700" spc="60">
                <a:solidFill>
                  <a:srgbClr val="363636"/>
                </a:solidFill>
                <a:latin typeface="Arial Black"/>
                <a:cs typeface="Arial Black"/>
              </a:rPr>
              <a:t> </a:t>
            </a:r>
            <a:r>
              <a:rPr dirty="0" sz="3700" spc="-735">
                <a:solidFill>
                  <a:srgbClr val="343434"/>
                </a:solidFill>
                <a:latin typeface="Arial Black"/>
                <a:cs typeface="Arial Black"/>
              </a:rPr>
              <a:t>highest</a:t>
            </a:r>
            <a:r>
              <a:rPr dirty="0" sz="3700" spc="50">
                <a:solidFill>
                  <a:srgbClr val="343434"/>
                </a:solidFill>
                <a:latin typeface="Arial Black"/>
                <a:cs typeface="Arial Black"/>
              </a:rPr>
              <a:t> </a:t>
            </a:r>
            <a:r>
              <a:rPr dirty="0" sz="3700" spc="-844">
                <a:solidFill>
                  <a:srgbClr val="383838"/>
                </a:solidFill>
                <a:latin typeface="Arial Black"/>
                <a:cs typeface="Arial Black"/>
              </a:rPr>
              <a:t>accuracy</a:t>
            </a:r>
            <a:r>
              <a:rPr dirty="0" sz="3700" spc="10">
                <a:solidFill>
                  <a:srgbClr val="383838"/>
                </a:solidFill>
                <a:latin typeface="Arial Black"/>
                <a:cs typeface="Arial Black"/>
              </a:rPr>
              <a:t> </a:t>
            </a:r>
            <a:r>
              <a:rPr dirty="0" sz="3700" spc="-695">
                <a:solidFill>
                  <a:srgbClr val="383838"/>
                </a:solidFill>
                <a:latin typeface="Arial Black"/>
                <a:cs typeface="Arial Black"/>
              </a:rPr>
              <a:t>(90.21%)</a:t>
            </a:r>
            <a:endParaRPr sz="3700">
              <a:latin typeface="Arial Black"/>
              <a:cs typeface="Arial Black"/>
            </a:endParaRPr>
          </a:p>
          <a:p>
            <a:pPr lvl="1" marL="1153160" indent="-318135">
              <a:lnSpc>
                <a:spcPct val="100000"/>
              </a:lnSpc>
              <a:spcBef>
                <a:spcPts val="4335"/>
              </a:spcBef>
              <a:buClr>
                <a:srgbClr val="464646"/>
              </a:buClr>
              <a:buChar char="•"/>
              <a:tabLst>
                <a:tab pos="1153160" algn="l"/>
              </a:tabLst>
            </a:pPr>
            <a:r>
              <a:rPr dirty="0" sz="3200" spc="-320">
                <a:solidFill>
                  <a:srgbClr val="333333"/>
                </a:solidFill>
                <a:latin typeface="Arial Black"/>
                <a:cs typeface="Arial Black"/>
              </a:rPr>
              <a:t>Qua</a:t>
            </a:r>
            <a:r>
              <a:rPr dirty="0" baseline="1736" sz="4800" spc="-480">
                <a:solidFill>
                  <a:srgbClr val="333333"/>
                </a:solidFill>
                <a:latin typeface="Arial Black"/>
                <a:cs typeface="Arial Black"/>
              </a:rPr>
              <a:t>n</a:t>
            </a:r>
            <a:r>
              <a:rPr dirty="0" sz="3200" spc="-320">
                <a:solidFill>
                  <a:srgbClr val="333333"/>
                </a:solidFill>
                <a:latin typeface="Arial Black"/>
                <a:cs typeface="Arial Black"/>
              </a:rPr>
              <a:t>tum</a:t>
            </a:r>
            <a:r>
              <a:rPr dirty="0" sz="3200" spc="-320">
                <a:solidFill>
                  <a:srgbClr val="2F2F2F"/>
                </a:solidFill>
                <a:latin typeface="Arial Black"/>
                <a:cs typeface="Arial Black"/>
              </a:rPr>
              <a:t>models</a:t>
            </a:r>
            <a:r>
              <a:rPr dirty="0" sz="3200" spc="50">
                <a:solidFill>
                  <a:srgbClr val="2F2F2F"/>
                </a:solidFill>
                <a:latin typeface="Arial Black"/>
                <a:cs typeface="Arial Black"/>
              </a:rPr>
              <a:t> </a:t>
            </a:r>
            <a:r>
              <a:rPr dirty="0" sz="3200" spc="-490">
                <a:solidFill>
                  <a:srgbClr val="3A3A3A"/>
                </a:solidFill>
                <a:latin typeface="Arial Black"/>
                <a:cs typeface="Arial Black"/>
              </a:rPr>
              <a:t>show</a:t>
            </a:r>
            <a:r>
              <a:rPr dirty="0" sz="3200" spc="-85">
                <a:solidFill>
                  <a:srgbClr val="3A3A3A"/>
                </a:solidFill>
                <a:latin typeface="Arial Black"/>
                <a:cs typeface="Arial Black"/>
              </a:rPr>
              <a:t> </a:t>
            </a:r>
            <a:r>
              <a:rPr dirty="0" sz="3200" spc="-400">
                <a:solidFill>
                  <a:srgbClr val="383838"/>
                </a:solidFill>
                <a:latin typeface="Arial Black"/>
                <a:cs typeface="Arial Black"/>
              </a:rPr>
              <a:t>lower</a:t>
            </a:r>
            <a:r>
              <a:rPr dirty="0" sz="3200" spc="25">
                <a:solidFill>
                  <a:srgbClr val="383838"/>
                </a:solidFill>
                <a:latin typeface="Arial Black"/>
                <a:cs typeface="Arial Black"/>
              </a:rPr>
              <a:t> </a:t>
            </a:r>
            <a:r>
              <a:rPr dirty="0" sz="3200" spc="-400">
                <a:solidFill>
                  <a:srgbClr val="3A3A3A"/>
                </a:solidFill>
                <a:latin typeface="Arial Black"/>
                <a:cs typeface="Arial Black"/>
              </a:rPr>
              <a:t>performance</a:t>
            </a:r>
            <a:endParaRPr sz="32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4095"/>
              </a:spcBef>
            </a:pPr>
            <a:r>
              <a:rPr dirty="0" baseline="1406" sz="5925" spc="-960">
                <a:solidFill>
                  <a:srgbClr val="3A3A3A"/>
                </a:solidFill>
                <a:latin typeface="Arial Black"/>
                <a:cs typeface="Arial Black"/>
              </a:rPr>
              <a:t>Futur</a:t>
            </a:r>
            <a:r>
              <a:rPr dirty="0" sz="3950" spc="-640">
                <a:solidFill>
                  <a:srgbClr val="3A3A3A"/>
                </a:solidFill>
                <a:latin typeface="Arial Black"/>
                <a:cs typeface="Arial Black"/>
              </a:rPr>
              <a:t>e</a:t>
            </a:r>
            <a:r>
              <a:rPr dirty="0" baseline="1406" sz="5925" spc="-960">
                <a:solidFill>
                  <a:srgbClr val="383838"/>
                </a:solidFill>
                <a:latin typeface="Arial Black"/>
                <a:cs typeface="Arial Black"/>
              </a:rPr>
              <a:t>Scope:</a:t>
            </a:r>
            <a:endParaRPr baseline="1406" sz="5925">
              <a:latin typeface="Arial Black"/>
              <a:cs typeface="Arial Black"/>
            </a:endParaRPr>
          </a:p>
          <a:p>
            <a:pPr lvl="1" marL="1144270" indent="-314325">
              <a:lnSpc>
                <a:spcPct val="100000"/>
              </a:lnSpc>
              <a:spcBef>
                <a:spcPts val="3900"/>
              </a:spcBef>
              <a:buClr>
                <a:srgbClr val="383838"/>
              </a:buClr>
              <a:buChar char="•"/>
              <a:tabLst>
                <a:tab pos="1144270" algn="l"/>
              </a:tabLst>
            </a:pPr>
            <a:r>
              <a:rPr dirty="0" sz="3650" spc="-670">
                <a:solidFill>
                  <a:srgbClr val="3A3A3A"/>
                </a:solidFill>
                <a:latin typeface="Arial Black"/>
                <a:cs typeface="Arial Black"/>
              </a:rPr>
              <a:t>Develop</a:t>
            </a:r>
            <a:r>
              <a:rPr dirty="0" sz="3650" spc="-15">
                <a:solidFill>
                  <a:srgbClr val="3A3A3A"/>
                </a:solidFill>
                <a:latin typeface="Arial Black"/>
                <a:cs typeface="Arial Black"/>
              </a:rPr>
              <a:t> </a:t>
            </a:r>
            <a:r>
              <a:rPr dirty="0" sz="3650" spc="-625">
                <a:solidFill>
                  <a:srgbClr val="363636"/>
                </a:solidFill>
                <a:latin typeface="Arial Black"/>
                <a:cs typeface="Arial Black"/>
              </a:rPr>
              <a:t>hybrid</a:t>
            </a:r>
            <a:r>
              <a:rPr dirty="0" sz="3650" spc="-10">
                <a:solidFill>
                  <a:srgbClr val="363636"/>
                </a:solidFill>
                <a:latin typeface="Arial Black"/>
                <a:cs typeface="Arial Black"/>
              </a:rPr>
              <a:t> </a:t>
            </a:r>
            <a:r>
              <a:rPr dirty="0" sz="3650" spc="-725">
                <a:solidFill>
                  <a:srgbClr val="363636"/>
                </a:solidFill>
                <a:latin typeface="Arial Black"/>
                <a:cs typeface="Arial Black"/>
              </a:rPr>
              <a:t>quantum</a:t>
            </a:r>
            <a:r>
              <a:rPr dirty="0" sz="3650" spc="5">
                <a:solidFill>
                  <a:srgbClr val="363636"/>
                </a:solidFill>
                <a:latin typeface="Arial Black"/>
                <a:cs typeface="Arial Black"/>
              </a:rPr>
              <a:t> </a:t>
            </a:r>
            <a:r>
              <a:rPr dirty="0" sz="3650" spc="-785">
                <a:solidFill>
                  <a:srgbClr val="3B3B3B"/>
                </a:solidFill>
                <a:latin typeface="Arial Black"/>
                <a:cs typeface="Arial Black"/>
              </a:rPr>
              <a:t>and</a:t>
            </a:r>
            <a:r>
              <a:rPr dirty="0" sz="3650" spc="-130">
                <a:solidFill>
                  <a:srgbClr val="3B3B3B"/>
                </a:solidFill>
                <a:latin typeface="Arial Black"/>
                <a:cs typeface="Arial Black"/>
              </a:rPr>
              <a:t> </a:t>
            </a:r>
            <a:r>
              <a:rPr dirty="0" sz="3650" spc="-735">
                <a:solidFill>
                  <a:srgbClr val="363636"/>
                </a:solidFill>
                <a:latin typeface="Arial Black"/>
                <a:cs typeface="Arial Black"/>
              </a:rPr>
              <a:t>deep</a:t>
            </a:r>
            <a:r>
              <a:rPr dirty="0" sz="3650" spc="-254">
                <a:solidFill>
                  <a:srgbClr val="363636"/>
                </a:solidFill>
                <a:latin typeface="Arial Black"/>
                <a:cs typeface="Arial Black"/>
              </a:rPr>
              <a:t> </a:t>
            </a:r>
            <a:r>
              <a:rPr dirty="0" sz="3650" spc="-615">
                <a:solidFill>
                  <a:srgbClr val="343434"/>
                </a:solidFill>
                <a:latin typeface="Arial Black"/>
                <a:cs typeface="Arial Black"/>
              </a:rPr>
              <a:t>learning</a:t>
            </a:r>
            <a:r>
              <a:rPr dirty="0" sz="3650" spc="-150">
                <a:solidFill>
                  <a:srgbClr val="343434"/>
                </a:solidFill>
                <a:latin typeface="Arial Black"/>
                <a:cs typeface="Arial Black"/>
              </a:rPr>
              <a:t> </a:t>
            </a:r>
            <a:r>
              <a:rPr dirty="0" sz="3650" spc="-735">
                <a:solidFill>
                  <a:srgbClr val="2F2F2F"/>
                </a:solidFill>
                <a:latin typeface="Arial Black"/>
                <a:cs typeface="Arial Black"/>
              </a:rPr>
              <a:t>models</a:t>
            </a:r>
            <a:endParaRPr sz="3650">
              <a:latin typeface="Arial Black"/>
              <a:cs typeface="Arial Black"/>
            </a:endParaRPr>
          </a:p>
          <a:p>
            <a:pPr lvl="1" marL="1143000" indent="-294005">
              <a:lnSpc>
                <a:spcPct val="100000"/>
              </a:lnSpc>
              <a:spcBef>
                <a:spcPts val="4215"/>
              </a:spcBef>
              <a:buClr>
                <a:srgbClr val="464646"/>
              </a:buClr>
              <a:buChar char="•"/>
              <a:tabLst>
                <a:tab pos="1143000" algn="l"/>
              </a:tabLst>
            </a:pPr>
            <a:r>
              <a:rPr dirty="0" sz="3200">
                <a:solidFill>
                  <a:srgbClr val="383838"/>
                </a:solidFill>
                <a:latin typeface="Arial MT"/>
                <a:cs typeface="Arial MT"/>
              </a:rPr>
              <a:t>Improve</a:t>
            </a:r>
            <a:r>
              <a:rPr dirty="0" sz="3200" spc="5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3200" spc="70">
                <a:solidFill>
                  <a:srgbClr val="363636"/>
                </a:solidFill>
                <a:latin typeface="Arial MT"/>
                <a:cs typeface="Arial MT"/>
              </a:rPr>
              <a:t>quantu</a:t>
            </a:r>
            <a:r>
              <a:rPr dirty="0" baseline="1736" sz="4800" spc="104">
                <a:solidFill>
                  <a:srgbClr val="363636"/>
                </a:solidFill>
                <a:latin typeface="Arial MT"/>
                <a:cs typeface="Arial MT"/>
              </a:rPr>
              <a:t>m</a:t>
            </a:r>
            <a:r>
              <a:rPr dirty="0" baseline="1736" sz="4800" spc="-232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dirty="0" sz="3200">
                <a:solidFill>
                  <a:srgbClr val="3A3A3A"/>
                </a:solidFill>
                <a:latin typeface="Arial MT"/>
                <a:cs typeface="Arial MT"/>
              </a:rPr>
              <a:t>hardware</a:t>
            </a:r>
            <a:r>
              <a:rPr dirty="0" sz="3200" spc="215">
                <a:solidFill>
                  <a:srgbClr val="3A3A3A"/>
                </a:solidFill>
                <a:latin typeface="Arial MT"/>
                <a:cs typeface="Arial MT"/>
              </a:rPr>
              <a:t> </a:t>
            </a:r>
            <a:r>
              <a:rPr dirty="0" sz="3200">
                <a:solidFill>
                  <a:srgbClr val="363636"/>
                </a:solidFill>
                <a:latin typeface="Arial MT"/>
                <a:cs typeface="Arial MT"/>
              </a:rPr>
              <a:t>and</a:t>
            </a:r>
            <a:r>
              <a:rPr dirty="0" sz="3200" spc="45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dirty="0" sz="3200" spc="-10">
                <a:solidFill>
                  <a:srgbClr val="363636"/>
                </a:solidFill>
                <a:latin typeface="Arial MT"/>
                <a:cs typeface="Arial MT"/>
              </a:rPr>
              <a:t>techniques</a:t>
            </a:r>
            <a:endParaRPr sz="32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470"/>
              </a:spcBef>
              <a:buFont typeface="Arial Black"/>
              <a:buChar char="•"/>
            </a:pPr>
            <a:endParaRPr sz="3200">
              <a:latin typeface="Arial MT"/>
              <a:cs typeface="Arial MT"/>
            </a:endParaRPr>
          </a:p>
          <a:p>
            <a:pPr lvl="1" marL="1147445" indent="-315595">
              <a:lnSpc>
                <a:spcPct val="100000"/>
              </a:lnSpc>
              <a:buClr>
                <a:srgbClr val="414141"/>
              </a:buClr>
              <a:buChar char="•"/>
              <a:tabLst>
                <a:tab pos="1147445" algn="l"/>
              </a:tabLst>
            </a:pPr>
            <a:r>
              <a:rPr dirty="0" sz="3450" spc="-680">
                <a:solidFill>
                  <a:srgbClr val="363636"/>
                </a:solidFill>
                <a:latin typeface="Arial Black"/>
                <a:cs typeface="Arial Black"/>
              </a:rPr>
              <a:t>Enhance</a:t>
            </a:r>
            <a:r>
              <a:rPr dirty="0" sz="3450" spc="195">
                <a:solidFill>
                  <a:srgbClr val="363636"/>
                </a:solidFill>
                <a:latin typeface="Arial Black"/>
                <a:cs typeface="Arial Black"/>
              </a:rPr>
              <a:t> </a:t>
            </a:r>
            <a:r>
              <a:rPr dirty="0" sz="3450" spc="-575">
                <a:solidFill>
                  <a:srgbClr val="363636"/>
                </a:solidFill>
                <a:latin typeface="Arial Black"/>
                <a:cs typeface="Arial Black"/>
              </a:rPr>
              <a:t>performance</a:t>
            </a:r>
            <a:r>
              <a:rPr dirty="0" sz="3450" spc="250">
                <a:solidFill>
                  <a:srgbClr val="363636"/>
                </a:solidFill>
                <a:latin typeface="Arial Black"/>
                <a:cs typeface="Arial Black"/>
              </a:rPr>
              <a:t> </a:t>
            </a:r>
            <a:r>
              <a:rPr dirty="0" sz="3450" spc="-434">
                <a:solidFill>
                  <a:srgbClr val="383838"/>
                </a:solidFill>
                <a:latin typeface="Arial Black"/>
                <a:cs typeface="Arial Black"/>
              </a:rPr>
              <a:t>for</a:t>
            </a:r>
            <a:r>
              <a:rPr dirty="0" sz="3450" spc="-125">
                <a:solidFill>
                  <a:srgbClr val="383838"/>
                </a:solidFill>
                <a:latin typeface="Arial Black"/>
                <a:cs typeface="Arial Black"/>
              </a:rPr>
              <a:t> </a:t>
            </a:r>
            <a:r>
              <a:rPr dirty="0" sz="3450" spc="-430">
                <a:solidFill>
                  <a:srgbClr val="363636"/>
                </a:solidFill>
                <a:latin typeface="Arial Black"/>
                <a:cs typeface="Arial Black"/>
              </a:rPr>
              <a:t>real-</a:t>
            </a:r>
            <a:r>
              <a:rPr dirty="0" sz="3450" spc="-535">
                <a:solidFill>
                  <a:srgbClr val="363636"/>
                </a:solidFill>
                <a:latin typeface="Arial Black"/>
                <a:cs typeface="Arial Black"/>
              </a:rPr>
              <a:t>world</a:t>
            </a:r>
            <a:r>
              <a:rPr dirty="0" sz="3450" spc="110">
                <a:solidFill>
                  <a:srgbClr val="363636"/>
                </a:solidFill>
                <a:latin typeface="Arial Black"/>
                <a:cs typeface="Arial Black"/>
              </a:rPr>
              <a:t> </a:t>
            </a:r>
            <a:r>
              <a:rPr dirty="0" sz="3450" spc="-580">
                <a:solidFill>
                  <a:srgbClr val="363636"/>
                </a:solidFill>
                <a:latin typeface="Arial Black"/>
                <a:cs typeface="Arial Black"/>
              </a:rPr>
              <a:t>applications</a:t>
            </a:r>
            <a:endParaRPr sz="345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338154" y="10056373"/>
            <a:ext cx="19439890" cy="866140"/>
            <a:chOff x="338154" y="10056373"/>
            <a:chExt cx="19439890" cy="86614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857786" y="10511286"/>
              <a:ext cx="185179" cy="140901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338154" y="10056373"/>
              <a:ext cx="19439890" cy="866140"/>
            </a:xfrm>
            <a:custGeom>
              <a:avLst/>
              <a:gdLst/>
              <a:ahLst/>
              <a:cxnLst/>
              <a:rect l="l" t="t" r="r" b="b"/>
              <a:pathLst>
                <a:path w="19439890" h="866140">
                  <a:moveTo>
                    <a:pt x="19439867" y="865540"/>
                  </a:moveTo>
                  <a:lnTo>
                    <a:pt x="0" y="865540"/>
                  </a:lnTo>
                  <a:lnTo>
                    <a:pt x="0" y="0"/>
                  </a:lnTo>
                  <a:lnTo>
                    <a:pt x="19439867" y="0"/>
                  </a:lnTo>
                  <a:lnTo>
                    <a:pt x="19439867" y="86554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1016" rIns="0" bIns="0" rtlCol="0" vert="horz">
            <a:spAutoFit/>
          </a:bodyPr>
          <a:lstStyle/>
          <a:p>
            <a:pPr marL="161925">
              <a:lnSpc>
                <a:spcPct val="100000"/>
              </a:lnSpc>
              <a:spcBef>
                <a:spcPts val="90"/>
              </a:spcBef>
            </a:pPr>
            <a:r>
              <a:rPr dirty="0" spc="-1245"/>
              <a:t>REFERENCES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585"/>
              </a:lnSpc>
            </a:pPr>
            <a:r>
              <a:rPr dirty="0" spc="-20"/>
              <a:t>ICITIIT</a:t>
            </a:r>
            <a:r>
              <a:rPr dirty="0" spc="-5"/>
              <a:t> </a:t>
            </a:r>
            <a:r>
              <a:rPr dirty="0" spc="-40"/>
              <a:t>2026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666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9"/>
              </a:spcBef>
            </a:pPr>
            <a:r>
              <a:rPr dirty="0">
                <a:solidFill>
                  <a:srgbClr val="008952"/>
                </a:solidFill>
              </a:rPr>
              <a:t>›</a:t>
            </a:r>
            <a:r>
              <a:rPr dirty="0" spc="210">
                <a:solidFill>
                  <a:srgbClr val="008952"/>
                </a:solidFill>
              </a:rPr>
              <a:t> </a:t>
            </a:r>
            <a:r>
              <a:rPr dirty="0" spc="-210"/>
              <a:t>Scanned</a:t>
            </a:r>
            <a:r>
              <a:rPr dirty="0" spc="30"/>
              <a:t> </a:t>
            </a:r>
            <a:r>
              <a:rPr dirty="0" spc="-195"/>
              <a:t>with</a:t>
            </a:r>
            <a:r>
              <a:rPr dirty="0" spc="-80"/>
              <a:t> </a:t>
            </a:r>
            <a:r>
              <a:rPr dirty="0" spc="-260">
                <a:solidFill>
                  <a:srgbClr val="131313"/>
                </a:solidFill>
              </a:rPr>
              <a:t>OKEN</a:t>
            </a:r>
            <a:r>
              <a:rPr dirty="0" spc="-20">
                <a:solidFill>
                  <a:srgbClr val="131313"/>
                </a:solidFill>
              </a:rPr>
              <a:t> </a:t>
            </a:r>
            <a:r>
              <a:rPr dirty="0" spc="-190">
                <a:solidFill>
                  <a:srgbClr val="161616"/>
                </a:solidFill>
              </a:rPr>
              <a:t>Scanner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10965" rIns="0" bIns="0" rtlCol="0" vert="horz">
            <a:spAutoFit/>
          </a:bodyPr>
          <a:lstStyle/>
          <a:p>
            <a:pPr marL="407034" indent="-340360">
              <a:lnSpc>
                <a:spcPct val="100000"/>
              </a:lnSpc>
              <a:spcBef>
                <a:spcPts val="120"/>
              </a:spcBef>
              <a:buClr>
                <a:srgbClr val="3F3F3F"/>
              </a:buClr>
              <a:buChar char="•"/>
              <a:tabLst>
                <a:tab pos="407034" algn="l"/>
              </a:tabLst>
            </a:pPr>
            <a:r>
              <a:rPr dirty="0" spc="-620">
                <a:solidFill>
                  <a:srgbClr val="3A3A3A"/>
                </a:solidFill>
              </a:rPr>
              <a:t>Wu</a:t>
            </a:r>
            <a:r>
              <a:rPr dirty="0" spc="-145">
                <a:solidFill>
                  <a:srgbClr val="3A3A3A"/>
                </a:solidFill>
              </a:rPr>
              <a:t> </a:t>
            </a:r>
            <a:r>
              <a:rPr dirty="0" spc="-550">
                <a:solidFill>
                  <a:srgbClr val="363636"/>
                </a:solidFill>
              </a:rPr>
              <a:t>et</a:t>
            </a:r>
            <a:r>
              <a:rPr dirty="0" spc="-229">
                <a:solidFill>
                  <a:srgbClr val="363636"/>
                </a:solidFill>
              </a:rPr>
              <a:t> </a:t>
            </a:r>
            <a:r>
              <a:rPr dirty="0" spc="-455"/>
              <a:t>al.,</a:t>
            </a:r>
            <a:r>
              <a:rPr dirty="0" spc="-254"/>
              <a:t> </a:t>
            </a:r>
            <a:r>
              <a:rPr dirty="0" spc="-715"/>
              <a:t>Skin</a:t>
            </a:r>
            <a:r>
              <a:rPr dirty="0" spc="-20"/>
              <a:t> </a:t>
            </a:r>
            <a:r>
              <a:rPr dirty="0" spc="-710">
                <a:solidFill>
                  <a:srgbClr val="313131"/>
                </a:solidFill>
              </a:rPr>
              <a:t>Cancer</a:t>
            </a:r>
            <a:r>
              <a:rPr dirty="0" spc="25">
                <a:solidFill>
                  <a:srgbClr val="313131"/>
                </a:solidFill>
              </a:rPr>
              <a:t> </a:t>
            </a:r>
            <a:r>
              <a:rPr dirty="0" spc="-550"/>
              <a:t>Classification,</a:t>
            </a:r>
            <a:r>
              <a:rPr dirty="0" spc="-300"/>
              <a:t> </a:t>
            </a:r>
            <a:r>
              <a:rPr dirty="0" spc="-685">
                <a:solidFill>
                  <a:srgbClr val="3B3B3B"/>
                </a:solidFill>
              </a:rPr>
              <a:t>JMIR,</a:t>
            </a:r>
            <a:r>
              <a:rPr dirty="0" spc="5">
                <a:solidFill>
                  <a:srgbClr val="3B3B3B"/>
                </a:solidFill>
              </a:rPr>
              <a:t> </a:t>
            </a:r>
            <a:r>
              <a:rPr dirty="0" spc="-660">
                <a:solidFill>
                  <a:srgbClr val="383838"/>
                </a:solidFill>
              </a:rPr>
              <a:t>2022</a:t>
            </a:r>
          </a:p>
          <a:p>
            <a:pPr marL="387350" indent="-305435">
              <a:lnSpc>
                <a:spcPct val="100000"/>
              </a:lnSpc>
              <a:spcBef>
                <a:spcPts val="3990"/>
              </a:spcBef>
              <a:buClr>
                <a:srgbClr val="3B3B3B"/>
              </a:buClr>
              <a:buChar char="•"/>
              <a:tabLst>
                <a:tab pos="387350" algn="l"/>
              </a:tabLst>
            </a:pPr>
            <a:r>
              <a:rPr dirty="0" sz="3550" spc="-265">
                <a:solidFill>
                  <a:srgbClr val="383838"/>
                </a:solidFill>
                <a:latin typeface="Arial MT"/>
                <a:cs typeface="Arial MT"/>
              </a:rPr>
              <a:t>Sankari</a:t>
            </a:r>
            <a:r>
              <a:rPr dirty="0" sz="3550" spc="-1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3550">
                <a:solidFill>
                  <a:srgbClr val="3F3F3F"/>
                </a:solidFill>
                <a:latin typeface="Arial MT"/>
                <a:cs typeface="Arial MT"/>
              </a:rPr>
              <a:t>et</a:t>
            </a:r>
            <a:r>
              <a:rPr dirty="0" sz="3550" spc="-19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3550" spc="-165">
                <a:latin typeface="Arial MT"/>
                <a:cs typeface="Arial MT"/>
              </a:rPr>
              <a:t>al.,</a:t>
            </a:r>
            <a:r>
              <a:rPr dirty="0" sz="3550" spc="-130">
                <a:latin typeface="Arial MT"/>
                <a:cs typeface="Arial MT"/>
              </a:rPr>
              <a:t> </a:t>
            </a:r>
            <a:r>
              <a:rPr dirty="0" sz="3550" spc="-195">
                <a:solidFill>
                  <a:srgbClr val="363636"/>
                </a:solidFill>
                <a:latin typeface="Arial MT"/>
                <a:cs typeface="Arial MT"/>
              </a:rPr>
              <a:t>Quantum</a:t>
            </a:r>
            <a:r>
              <a:rPr dirty="0" sz="3550" spc="5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dirty="0" sz="3550" spc="-210">
                <a:solidFill>
                  <a:srgbClr val="363636"/>
                </a:solidFill>
                <a:latin typeface="Arial MT"/>
                <a:cs typeface="Arial MT"/>
              </a:rPr>
              <a:t>ML,</a:t>
            </a:r>
            <a:r>
              <a:rPr dirty="0" sz="3550" spc="-25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dirty="0" sz="3550" spc="-570">
                <a:solidFill>
                  <a:srgbClr val="3B3B3B"/>
                </a:solidFill>
                <a:latin typeface="Arial MT"/>
                <a:cs typeface="Arial MT"/>
              </a:rPr>
              <a:t>IEEE</a:t>
            </a:r>
            <a:r>
              <a:rPr dirty="0" sz="3550" spc="130">
                <a:solidFill>
                  <a:srgbClr val="3B3B3B"/>
                </a:solidFill>
                <a:latin typeface="Arial MT"/>
                <a:cs typeface="Arial MT"/>
              </a:rPr>
              <a:t> </a:t>
            </a:r>
            <a:r>
              <a:rPr dirty="0" baseline="1564" sz="5325" spc="-52">
                <a:solidFill>
                  <a:srgbClr val="363636"/>
                </a:solidFill>
                <a:latin typeface="Arial MT"/>
                <a:cs typeface="Arial MT"/>
              </a:rPr>
              <a:t>A</a:t>
            </a:r>
            <a:r>
              <a:rPr dirty="0" sz="3550" spc="-45">
                <a:solidFill>
                  <a:srgbClr val="363636"/>
                </a:solidFill>
                <a:latin typeface="Arial MT"/>
                <a:cs typeface="Arial MT"/>
              </a:rPr>
              <a:t>ccess</a:t>
            </a:r>
            <a:r>
              <a:rPr dirty="0" sz="3550" spc="-875">
                <a:solidFill>
                  <a:srgbClr val="363636"/>
                </a:solidFill>
                <a:latin typeface="Arial MT"/>
                <a:cs typeface="Arial MT"/>
              </a:rPr>
              <a:t>,</a:t>
            </a:r>
            <a:r>
              <a:rPr dirty="0" sz="3550" spc="-45">
                <a:solidFill>
                  <a:srgbClr val="3A3A3A"/>
                </a:solidFill>
                <a:latin typeface="Arial MT"/>
                <a:cs typeface="Arial MT"/>
              </a:rPr>
              <a:t>2023</a:t>
            </a:r>
            <a:endParaRPr sz="3550">
              <a:latin typeface="Arial MT"/>
              <a:cs typeface="Arial MT"/>
            </a:endParaRPr>
          </a:p>
          <a:p>
            <a:pPr marL="396875" indent="-332105">
              <a:lnSpc>
                <a:spcPct val="100000"/>
              </a:lnSpc>
              <a:spcBef>
                <a:spcPts val="3885"/>
              </a:spcBef>
              <a:buClr>
                <a:srgbClr val="3D3D3D"/>
              </a:buClr>
              <a:buChar char="•"/>
              <a:tabLst>
                <a:tab pos="396875" algn="l"/>
              </a:tabLst>
            </a:pPr>
            <a:r>
              <a:rPr dirty="0" sz="3650" spc="-760">
                <a:solidFill>
                  <a:srgbClr val="363636"/>
                </a:solidFill>
              </a:rPr>
              <a:t>Golchha</a:t>
            </a:r>
            <a:r>
              <a:rPr dirty="0" sz="3650" spc="-105">
                <a:solidFill>
                  <a:srgbClr val="363636"/>
                </a:solidFill>
              </a:rPr>
              <a:t> </a:t>
            </a:r>
            <a:r>
              <a:rPr dirty="0" sz="3650" spc="-910">
                <a:solidFill>
                  <a:srgbClr val="414141"/>
                </a:solidFill>
              </a:rPr>
              <a:t>&amp;</a:t>
            </a:r>
            <a:r>
              <a:rPr dirty="0" sz="3650" spc="-250">
                <a:solidFill>
                  <a:srgbClr val="414141"/>
                </a:solidFill>
              </a:rPr>
              <a:t> </a:t>
            </a:r>
            <a:r>
              <a:rPr dirty="0" sz="3650" spc="-710">
                <a:solidFill>
                  <a:srgbClr val="383838"/>
                </a:solidFill>
              </a:rPr>
              <a:t>Verma,</a:t>
            </a:r>
            <a:r>
              <a:rPr dirty="0" sz="3650" spc="-90">
                <a:solidFill>
                  <a:srgbClr val="383838"/>
                </a:solidFill>
              </a:rPr>
              <a:t> </a:t>
            </a:r>
            <a:r>
              <a:rPr dirty="0" sz="3650" spc="-855">
                <a:solidFill>
                  <a:srgbClr val="3B3B3B"/>
                </a:solidFill>
              </a:rPr>
              <a:t>QSVC,</a:t>
            </a:r>
            <a:r>
              <a:rPr dirty="0" sz="3650" spc="-50">
                <a:solidFill>
                  <a:srgbClr val="3B3B3B"/>
                </a:solidFill>
              </a:rPr>
              <a:t> </a:t>
            </a:r>
            <a:r>
              <a:rPr dirty="0" sz="3650" spc="-915">
                <a:solidFill>
                  <a:srgbClr val="383838"/>
                </a:solidFill>
              </a:rPr>
              <a:t>IEEE</a:t>
            </a:r>
            <a:r>
              <a:rPr dirty="0" sz="3650" spc="-125">
                <a:solidFill>
                  <a:srgbClr val="383838"/>
                </a:solidFill>
              </a:rPr>
              <a:t> </a:t>
            </a:r>
            <a:r>
              <a:rPr dirty="0" sz="3650" spc="-760">
                <a:solidFill>
                  <a:srgbClr val="383838"/>
                </a:solidFill>
              </a:rPr>
              <a:t>I2CT,</a:t>
            </a:r>
            <a:r>
              <a:rPr dirty="0" sz="3650" spc="65">
                <a:solidFill>
                  <a:srgbClr val="383838"/>
                </a:solidFill>
              </a:rPr>
              <a:t> </a:t>
            </a:r>
            <a:r>
              <a:rPr dirty="0" sz="3650" spc="-785">
                <a:solidFill>
                  <a:srgbClr val="3A3A3A"/>
                </a:solidFill>
              </a:rPr>
              <a:t>2023</a:t>
            </a:r>
            <a:endParaRPr sz="3650"/>
          </a:p>
          <a:p>
            <a:pPr marL="398780" indent="-334010">
              <a:lnSpc>
                <a:spcPct val="100000"/>
              </a:lnSpc>
              <a:spcBef>
                <a:spcPts val="3745"/>
              </a:spcBef>
              <a:buClr>
                <a:srgbClr val="414141"/>
              </a:buClr>
              <a:buChar char="•"/>
              <a:tabLst>
                <a:tab pos="398780" algn="l"/>
              </a:tabLst>
            </a:pPr>
            <a:r>
              <a:rPr dirty="0" sz="3700" spc="-819">
                <a:solidFill>
                  <a:srgbClr val="363636"/>
                </a:solidFill>
              </a:rPr>
              <a:t>Ghosh</a:t>
            </a:r>
            <a:r>
              <a:rPr dirty="0" sz="3700" spc="15">
                <a:solidFill>
                  <a:srgbClr val="363636"/>
                </a:solidFill>
              </a:rPr>
              <a:t> </a:t>
            </a:r>
            <a:r>
              <a:rPr dirty="0" sz="3700" spc="-700">
                <a:solidFill>
                  <a:srgbClr val="3B3B3B"/>
                </a:solidFill>
              </a:rPr>
              <a:t>et</a:t>
            </a:r>
            <a:r>
              <a:rPr dirty="0" sz="3700" spc="-295">
                <a:solidFill>
                  <a:srgbClr val="3B3B3B"/>
                </a:solidFill>
              </a:rPr>
              <a:t> </a:t>
            </a:r>
            <a:r>
              <a:rPr dirty="0" sz="3700" spc="-560"/>
              <a:t>al.,</a:t>
            </a:r>
            <a:r>
              <a:rPr dirty="0" sz="3700" spc="-175"/>
              <a:t> </a:t>
            </a:r>
            <a:r>
              <a:rPr dirty="0" sz="3700" spc="-819">
                <a:solidFill>
                  <a:srgbClr val="363636"/>
                </a:solidFill>
              </a:rPr>
              <a:t>Ensemble</a:t>
            </a:r>
            <a:r>
              <a:rPr dirty="0" sz="3700" spc="195">
                <a:solidFill>
                  <a:srgbClr val="363636"/>
                </a:solidFill>
              </a:rPr>
              <a:t> </a:t>
            </a:r>
            <a:r>
              <a:rPr dirty="0" sz="3700" spc="-670">
                <a:solidFill>
                  <a:srgbClr val="333333"/>
                </a:solidFill>
              </a:rPr>
              <a:t>Models,</a:t>
            </a:r>
            <a:r>
              <a:rPr dirty="0" sz="3700" spc="-120">
                <a:solidFill>
                  <a:srgbClr val="333333"/>
                </a:solidFill>
              </a:rPr>
              <a:t> </a:t>
            </a:r>
            <a:r>
              <a:rPr dirty="0" sz="3700" spc="-950">
                <a:solidFill>
                  <a:srgbClr val="363636"/>
                </a:solidFill>
              </a:rPr>
              <a:t>IEEE</a:t>
            </a:r>
            <a:r>
              <a:rPr dirty="0" sz="3700" spc="-70">
                <a:solidFill>
                  <a:srgbClr val="363636"/>
                </a:solidFill>
              </a:rPr>
              <a:t> </a:t>
            </a:r>
            <a:r>
              <a:rPr dirty="0" sz="3700" spc="-869">
                <a:solidFill>
                  <a:srgbClr val="383838"/>
                </a:solidFill>
              </a:rPr>
              <a:t>Access,</a:t>
            </a:r>
            <a:r>
              <a:rPr dirty="0" sz="3700" spc="55">
                <a:solidFill>
                  <a:srgbClr val="383838"/>
                </a:solidFill>
              </a:rPr>
              <a:t> </a:t>
            </a:r>
            <a:r>
              <a:rPr dirty="0" sz="3700" spc="-790">
                <a:solidFill>
                  <a:srgbClr val="383838"/>
                </a:solidFill>
              </a:rPr>
              <a:t>2023</a:t>
            </a:r>
            <a:endParaRPr sz="3700"/>
          </a:p>
          <a:p>
            <a:pPr marL="407034" indent="-340995">
              <a:lnSpc>
                <a:spcPct val="100000"/>
              </a:lnSpc>
              <a:spcBef>
                <a:spcPts val="3954"/>
              </a:spcBef>
              <a:buClr>
                <a:srgbClr val="3F3F3F"/>
              </a:buClr>
              <a:buChar char="•"/>
              <a:tabLst>
                <a:tab pos="407034" algn="l"/>
              </a:tabLst>
            </a:pPr>
            <a:r>
              <a:rPr dirty="0" sz="3550" spc="-755">
                <a:solidFill>
                  <a:srgbClr val="3B3B3B"/>
                </a:solidFill>
              </a:rPr>
              <a:t>Yamani</a:t>
            </a:r>
            <a:r>
              <a:rPr dirty="0" sz="3550" spc="-90">
                <a:solidFill>
                  <a:srgbClr val="3B3B3B"/>
                </a:solidFill>
              </a:rPr>
              <a:t> </a:t>
            </a:r>
            <a:r>
              <a:rPr dirty="0" sz="3550" spc="-575">
                <a:solidFill>
                  <a:srgbClr val="3D3D3D"/>
                </a:solidFill>
              </a:rPr>
              <a:t>et</a:t>
            </a:r>
            <a:r>
              <a:rPr dirty="0" sz="3550" spc="-240">
                <a:solidFill>
                  <a:srgbClr val="3D3D3D"/>
                </a:solidFill>
              </a:rPr>
              <a:t> </a:t>
            </a:r>
            <a:r>
              <a:rPr dirty="0" sz="3550" spc="-505">
                <a:solidFill>
                  <a:srgbClr val="383838"/>
                </a:solidFill>
              </a:rPr>
              <a:t>al.,</a:t>
            </a:r>
            <a:r>
              <a:rPr dirty="0" sz="3550" spc="-120">
                <a:solidFill>
                  <a:srgbClr val="383838"/>
                </a:solidFill>
              </a:rPr>
              <a:t> </a:t>
            </a:r>
            <a:r>
              <a:rPr dirty="0" sz="3550" spc="-530">
                <a:solidFill>
                  <a:srgbClr val="313131"/>
                </a:solidFill>
              </a:rPr>
              <a:t>EfficientNet-</a:t>
            </a:r>
            <a:r>
              <a:rPr dirty="0" sz="3550" spc="-650">
                <a:solidFill>
                  <a:srgbClr val="313131"/>
                </a:solidFill>
              </a:rPr>
              <a:t>BO,</a:t>
            </a:r>
            <a:r>
              <a:rPr dirty="0" sz="3550" spc="-415">
                <a:solidFill>
                  <a:srgbClr val="313131"/>
                </a:solidFill>
              </a:rPr>
              <a:t> </a:t>
            </a:r>
            <a:r>
              <a:rPr dirty="0" sz="3550" spc="-690">
                <a:solidFill>
                  <a:srgbClr val="333333"/>
                </a:solidFill>
              </a:rPr>
              <a:t>2022</a:t>
            </a:r>
            <a:endParaRPr sz="3550"/>
          </a:p>
          <a:p>
            <a:pPr marL="393065" indent="-327025">
              <a:lnSpc>
                <a:spcPct val="100000"/>
              </a:lnSpc>
              <a:spcBef>
                <a:spcPts val="4015"/>
              </a:spcBef>
              <a:buClr>
                <a:srgbClr val="3F3F3F"/>
              </a:buClr>
              <a:buChar char="•"/>
              <a:tabLst>
                <a:tab pos="393065" algn="l"/>
              </a:tabLst>
            </a:pPr>
            <a:r>
              <a:rPr dirty="0" sz="3550" spc="-844"/>
              <a:t>Reka</a:t>
            </a:r>
            <a:r>
              <a:rPr dirty="0" sz="3550" spc="20"/>
              <a:t> </a:t>
            </a:r>
            <a:r>
              <a:rPr dirty="0" sz="3550" spc="-575">
                <a:solidFill>
                  <a:srgbClr val="383838"/>
                </a:solidFill>
              </a:rPr>
              <a:t>et</a:t>
            </a:r>
            <a:r>
              <a:rPr dirty="0" sz="3550" spc="-240">
                <a:solidFill>
                  <a:srgbClr val="383838"/>
                </a:solidFill>
              </a:rPr>
              <a:t> </a:t>
            </a:r>
            <a:r>
              <a:rPr dirty="0" sz="3550" spc="-490">
                <a:solidFill>
                  <a:srgbClr val="363636"/>
                </a:solidFill>
              </a:rPr>
              <a:t>al.,</a:t>
            </a:r>
            <a:r>
              <a:rPr dirty="0" sz="3550" spc="-175">
                <a:solidFill>
                  <a:srgbClr val="363636"/>
                </a:solidFill>
              </a:rPr>
              <a:t> </a:t>
            </a:r>
            <a:r>
              <a:rPr dirty="0" sz="3550" spc="-420"/>
              <a:t>Qu</a:t>
            </a:r>
            <a:r>
              <a:rPr dirty="0" sz="3550" spc="-390"/>
              <a:t>a</a:t>
            </a:r>
            <a:r>
              <a:rPr dirty="0" baseline="1564" sz="5325" spc="-615"/>
              <a:t>n</a:t>
            </a:r>
            <a:r>
              <a:rPr dirty="0" sz="3550" spc="-409"/>
              <a:t>tu</a:t>
            </a:r>
            <a:r>
              <a:rPr dirty="0" sz="3550" spc="-1445"/>
              <a:t>m</a:t>
            </a:r>
            <a:r>
              <a:rPr dirty="0" sz="3550" spc="-420">
                <a:solidFill>
                  <a:srgbClr val="414141"/>
                </a:solidFill>
              </a:rPr>
              <a:t>M</a:t>
            </a:r>
            <a:r>
              <a:rPr dirty="0" sz="3550" spc="-409">
                <a:solidFill>
                  <a:srgbClr val="414141"/>
                </a:solidFill>
              </a:rPr>
              <a:t>L</a:t>
            </a:r>
            <a:r>
              <a:rPr dirty="0" sz="3550" spc="-295">
                <a:solidFill>
                  <a:srgbClr val="414141"/>
                </a:solidFill>
              </a:rPr>
              <a:t> </a:t>
            </a:r>
            <a:r>
              <a:rPr dirty="0" sz="3550" spc="-505">
                <a:solidFill>
                  <a:srgbClr val="3D3D3D"/>
                </a:solidFill>
              </a:rPr>
              <a:t>for</a:t>
            </a:r>
            <a:r>
              <a:rPr dirty="0" sz="3550" spc="-165">
                <a:solidFill>
                  <a:srgbClr val="3D3D3D"/>
                </a:solidFill>
              </a:rPr>
              <a:t> </a:t>
            </a:r>
            <a:r>
              <a:rPr dirty="0" sz="3550" spc="-750"/>
              <a:t>Skin</a:t>
            </a:r>
            <a:r>
              <a:rPr dirty="0" sz="3550" spc="-15"/>
              <a:t> </a:t>
            </a:r>
            <a:r>
              <a:rPr dirty="0" sz="3550" spc="-710"/>
              <a:t>Lesion</a:t>
            </a:r>
            <a:r>
              <a:rPr dirty="0" sz="3550" spc="75"/>
              <a:t> </a:t>
            </a:r>
            <a:r>
              <a:rPr dirty="0" sz="3550" spc="-540">
                <a:solidFill>
                  <a:srgbClr val="313131"/>
                </a:solidFill>
              </a:rPr>
              <a:t>Classificati</a:t>
            </a:r>
            <a:r>
              <a:rPr dirty="0" sz="3550" spc="-330">
                <a:solidFill>
                  <a:srgbClr val="313131"/>
                </a:solidFill>
              </a:rPr>
              <a:t>o</a:t>
            </a:r>
            <a:r>
              <a:rPr dirty="0" baseline="1564" sz="5325" spc="-794">
                <a:solidFill>
                  <a:srgbClr val="313131"/>
                </a:solidFill>
              </a:rPr>
              <a:t>n</a:t>
            </a:r>
            <a:r>
              <a:rPr dirty="0" baseline="1564" sz="5325" spc="-1342">
                <a:solidFill>
                  <a:srgbClr val="313131"/>
                </a:solidFill>
              </a:rPr>
              <a:t>,</a:t>
            </a:r>
            <a:r>
              <a:rPr dirty="0" sz="3550" spc="-540">
                <a:solidFill>
                  <a:srgbClr val="383838"/>
                </a:solidFill>
              </a:rPr>
              <a:t>2024</a:t>
            </a:r>
            <a:endParaRPr sz="35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OKEN Scanner</dc:creator>
  <dc:subject>883</dc:subject>
  <dc:title>883</dc:title>
  <dcterms:created xsi:type="dcterms:W3CDTF">2026-03-25T08:39:05Z</dcterms:created>
  <dcterms:modified xsi:type="dcterms:W3CDTF">2026-03-25T08:39:05Z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2026-03-25T00:00:00Z</vt:filetime>
  </property>
  <property fmtid="{D5CDD505-2E9C-101B-9397-08002B2CF9AE}" pid="3" name="LastSaved">
    <vt:filetime>2026-03-25T00:00:00Z</vt:filetime>
  </property>
  <property fmtid="{D5CDD505-2E9C-101B-9397-08002B2CF9AE}" pid="4" name="Producer">
    <vt:lpwstr>intsig.com pdf producer</vt:lpwstr>
  </property>
</Properties>
</file>